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PennyLaneAI/pennylane" TargetMode="External"/><Relationship Id="rId3" Type="http://schemas.openxmlformats.org/officeDocument/2006/relationships/hyperlink" Target="https://github.com/tslearn-team/tslearn" TargetMode="External"/><Relationship Id="rId4" Type="http://schemas.openxmlformats.org/officeDocument/2006/relationships/hyperlink" Target="https://github.com/MDAnalysis/mdanalysis" TargetMode="External"/><Relationship Id="rId5" Type="http://schemas.openxmlformats.org/officeDocument/2006/relationships/hyperlink" Target="https://github.com/materialsproject/pymatgen" TargetMode="External"/><Relationship Id="rId6" Type="http://schemas.openxmlformats.org/officeDocument/2006/relationships/hyperlink" Target="https://github.com/cdk/cdk" TargetMode="External"/><Relationship Id="rId7" Type="http://schemas.openxmlformats.org/officeDocument/2006/relationships/hyperlink" Target="https://github.com/lessthanoptimal/BoofCV" TargetMode="External"/><Relationship Id="rId8" Type="http://schemas.openxmlformats.org/officeDocument/2006/relationships/hyperlink" Target="https://github.com/samtools/htsjdk" TargetMode="External"/><Relationship Id="rId9" Type="http://schemas.openxmlformats.org/officeDocument/2006/relationships/hyperlink" Target="https://github.com/LCAV/pyroomacoustics" TargetMode="External"/><Relationship Id="rId10" Type="http://schemas.openxmlformats.org/officeDocument/2006/relationships/hyperlink" Target="https://github.com/projectglow/glow" TargetMode="External"/><Relationship Id="rId11" Type="http://schemas.openxmlformats.org/officeDocument/2006/relationships/hyperlink" Target="https://github.com/mne-tools/mne-python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DAnalysis/mdanalysis" TargetMode="External"/><Relationship Id="rId3" Type="http://schemas.openxmlformats.org/officeDocument/2006/relationships/hyperlink" Target="https://github.com/deepmodeling/deepmd-kit" TargetMode="External"/><Relationship Id="rId4" Type="http://schemas.openxmlformats.org/officeDocument/2006/relationships/hyperlink" Target="https://github.com/tslearn-team/tslearn" TargetMode="External"/><Relationship Id="rId5" Type="http://schemas.openxmlformats.org/officeDocument/2006/relationships/hyperlink" Target="https://github.com/skforecast/skforecast" TargetMode="External"/><Relationship Id="rId6" Type="http://schemas.openxmlformats.org/officeDocument/2006/relationships/hyperlink" Target="https://github.com/LCAV/pyroomacoustics" TargetMode="External"/><Relationship Id="rId7" Type="http://schemas.openxmlformats.org/officeDocument/2006/relationships/hyperlink" Target="https://github.com/JorenSix/TarsosDSP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Making a Codebase LLM-Ready: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CADCFC"/>
                </a:solidFill>
                <a:latin typeface="Calibri"/>
              </a:rPr>
              <a:t>the README Fix Loop — measured on RDPro (Beast)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ADCFC"/>
                </a:solidFill>
                <a:latin typeface="Calibri"/>
              </a:rPr>
              <a:t>Every failure becomes evidence about the DOCUMENTATION, not just the code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CADCFC"/>
                </a:solidFill>
                <a:latin typeface="Calibri"/>
              </a:rPr>
              <a:t>Execution-verified repairs persist in the catalog — the codebase is the unit of intervention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CADCFC"/>
                </a:solidFill>
                <a:latin typeface="Calibri"/>
              </a:rPr>
              <a:t>Progress update  ·  2026-07-08  ·  all numbers from logged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Approach: test every API from its doc, route failures two 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26974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  Dedup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697480" cy="178308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820 raw names → 205 intended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(evidence-scored, overloads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subsumed to longest form)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234440"/>
            <a:ext cx="26974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  Generate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783080"/>
            <a:ext cx="2697480" cy="178308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one verified-format entry per API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(goal · signature · call patterns ·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failure modes · fix hint)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34440"/>
            <a:ext cx="26974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  Execute-test each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83080"/>
            <a:ext cx="2697480" cy="178308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audience LLM writes code from the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ENTRY ALONE → scalac + spark-submit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→ pass needs a correctness witness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234440"/>
            <a:ext cx="26974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  Route the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783080"/>
            <a:ext cx="2697480" cy="178308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A  snippet-retry (error fed back)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B  DOC-REPAIR: read real source,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    senior-engineer diagnosis,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    rewrite entry, retry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Calibri"/>
              </a:rPr>
              <a:t>Doc-repair keeps an entry ONLY if the retry passes (revert on fail) — the catalog is monotonically non-worse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Attribution is clean by design: the retry uses the UNCHANGED code-writing prompt — the only thing that differs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between fail and pass is the repaired entry.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Guards (measured, not hoped): rewrites calling members absent from the 820-name surface are auto-REJECTED;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APIs that cannot run standalone are declared NOT-TESTABLE; 3 identical errors stop a retry loop (stuck detector).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Original README vs the fixed-loop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310896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B3261E"/>
                </a:solidFill>
                <a:latin typeface="Calibri"/>
              </a:rPr>
              <a:t>1,823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chars — RDPro's ORIGINAL README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(the only doc a model would 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280160"/>
            <a:ext cx="310896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E2761"/>
                </a:solidFill>
                <a:latin typeface="Calibri"/>
              </a:rPr>
              <a:t>205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0574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verified-format entries in the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LLM catalog (654K chars)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80160"/>
            <a:ext cx="310896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E7D32"/>
                </a:solidFill>
                <a:latin typeface="Calibr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574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entries repaired so far by the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doc-fix loop (audit trail per fix)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1064240" cy="4114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12B"/>
                </a:solidFill>
                <a:latin typeface="Calibri"/>
              </a:rPr>
              <a:t>A real repair (addFeature) — the loop caught the DOC itself hallucinating: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5440680" cy="2651760"/>
          </a:xfrm>
          <a:prstGeom prst="rect">
            <a:avLst/>
          </a:prstGeom>
          <a:solidFill>
            <a:srgbClr val="FBECEA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BEFORE (entry was wrong)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Doc told the model to use "VectorLayerBuilder"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and call .build() — NEITHER exists in the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source. Every snippet written from this entry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failed compile: value build is not a member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383280"/>
            <a:ext cx="5440680" cy="2651760"/>
          </a:xfrm>
          <a:prstGeom prst="rect">
            <a:avLst/>
          </a:prstGeom>
          <a:solidFill>
            <a:srgbClr val="E9F3EA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AFTER (diagnosed from real source)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ROOT CAUSE: addFeature is an instance method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on IntermediateVectorTile(resolution, buffer);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it mutates state — no .build() step exists.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Entry rewritten with the real receiver + call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pattern → retry PASSED → entry kept.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Every accepted repair stores before / after / diagnosis (docs/docfix_changes/) — catalog evolution is diffable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Model comparison — write code from the catalog (full API surface)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097280"/>
                <a:gridCol w="914400"/>
                <a:gridCol w="914400"/>
                <a:gridCol w="173736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Condition (audience model)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Wall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Tokens in / out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gpt-4o · old catalog (218 APIs)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60/218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27.5%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54 min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1.46M / 0.12M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baseline; fix loop rescued 3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gemini-2.5-pro · old catalog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90/218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41.3%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218 min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1.47M / 1.48M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rescued 26 in-run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gemini-2.5-pro · deduped catalog (205)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77/205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37.6%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164 min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0.96M / 1.09M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fresh log; harder API mix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gpt-5.3-codex · codex-authored catalog (205)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106/205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51.7%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64 min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0.91M / 0.05M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best; 20× terser output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Read with care: codex row changes BOTH author and audience (self-authored catalog) — it measures the per-model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pipeline, not the audience model alone. Repeat-run variance on identical conditions: ±4 APIs (≈±2pp).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937760"/>
            <a:ext cx="292608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27.5% → 51.7%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715000"/>
            <a:ext cx="292608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as-is gpt-4o baseline → best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self-authored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937760"/>
            <a:ext cx="292608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100 → ≤3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5715000"/>
            <a:ext cx="292608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rounds burned on unfixable APIs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(stuck detector, saved ~40 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937760"/>
            <a:ext cx="292608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≈ $5–8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715000"/>
            <a:ext cx="292608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per full-surface run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(provider-reported tokens)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Fixing the failures: retry the code vs repair the doc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03120"/>
                <a:gridCol w="914400"/>
                <a:gridCol w="822960"/>
                <a:gridCol w="914400"/>
                <a:gridCol w="1645920"/>
                <a:gridCol w="201168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Fixer arm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Routing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Tokens in / out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Persists?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gpt-4o (old catalog)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A snippet-retry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3/158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1.9%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gemini-2.5-pro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A snippet-retry ×15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7/128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198 min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1.24M / 1.38M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gpt-5.3-codex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A snippet-retry ×15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24/99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24.2%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77 min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0.97M / 0.05M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gemini-2.5-pro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B DOC-REPAIR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10/117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141 min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0.89M / 0.66M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YES — in catalog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gpt-5.3-codex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B DOC-REPAIR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5/29*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17%*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quota-blocked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YES — in catalog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gemini-3.1-pro-preview (review)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B DOC-REPAIR (v2)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36/99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36.4%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207 min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0.74M / 1.21M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YES — in catalog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* codex doc-repair partial (OpenAI quota exhausted mid-run); gemini-3.1 row is the FULL 99-target run.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Doc-repair v2 = deep-dive context: diagnosis sees the DEFINITIONS of receiver/parameter types across the whole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codebase (Scala AND Java) — built after finding Java-defined types were invisible to the doc generator.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Routing-B outcome mix is itself data (gemini-2.5, 117 targets):  10 doc-fixed · 35 rewrite-REJECTED by the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hallucination guard · 11 not-testable (harness/fixture, not doc) · 61 still-failing. Rejections and not-testables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feed the fixture-feasibility filter — the SWE-bench-Verified lesson, automated.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Quantifying it: rate · tokens · time ·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406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PASS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40680" cy="173736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51.7% best full-surface (codex self-authored)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41.3% gemini on shared catalog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27.5% gpt-4o as-is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280160"/>
            <a:ext cx="5440680" cy="457200"/>
          </a:xfrm>
          <a:prstGeom prst="rect">
            <a:avLst/>
          </a:prstGeom>
          <a:solidFill>
            <a:srgbClr val="2E7D32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FIX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783080"/>
            <a:ext cx="5440680" cy="173736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36.4% doc-repair v2 (gemini-3.1, full run)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24.2% snippet-retry (codex)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5.5% snippet-retry (gemini-2.5)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5440680" cy="457200"/>
          </a:xfrm>
          <a:prstGeom prst="rect">
            <a:avLst/>
          </a:prstGeom>
          <a:solidFill>
            <a:srgbClr val="21212B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5440680" cy="173736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codex output is ~20× terser (54K vs 1.48M out)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doc-repair ≈ 9K in / 6K out per API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(2 LLM calls + retry)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794760"/>
            <a:ext cx="5440680" cy="457200"/>
          </a:xfrm>
          <a:prstGeom prst="rect">
            <a:avLst/>
          </a:prstGeom>
          <a:solidFill>
            <a:srgbClr val="B3261E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297680"/>
            <a:ext cx="5440680" cy="173736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64 min full surface (codex) vs 164–218 (gemini)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stuck detector: 100-round loops → ≤3 rounds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(saved ~40 h projected waste)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Calibri"/>
              </a:rPr>
              <a:t>Snippet-retry fixes evaporate when the run ends; every doc-repair is permanent — future runs start from a better catalog.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What still fails — and why that is useful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22960"/>
                <a:gridCol w="420624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Residual class (post-fix)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Correct response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Compile: wrong receiver / member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≈46%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value getSum is not a member of PrefixEulerHistogram2D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doc-repair v2 type context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Runtime: fixture semantics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≈18%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retile: Unrecognized value type on NLDAS raster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pin proper fixtures (demo item)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Infra: missing classpath deps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≈10%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org/mortbay/jetty AbstractHandler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excluded from doc-quality score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Not-testable by design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11 APIs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private[raptor] visibility; framework callbacks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drop from denominator, document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40480"/>
            <a:ext cx="11064240" cy="11887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Each per-API result now records WHICH RDPro source line it targets (canonical file:line) and which lines a runtime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failure actually reached (JVM stack frames mapped to beast sources) — failures group by library code path,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pointing at the exact classes whose docs or fixtures need work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Demo-critical watchlist (VLDB): raptorJoin / geoTiff / shapefile / overlay / spatialJoin PASS.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1212B"/>
                </a:solidFill>
                <a:latin typeface="Calibri"/>
              </a:rPr>
              <a:t>zonalStatsLocal · reshapeNN · retile still open — targeted doc-repair + fixture fixes are queued for exactly these.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761"/>
                </a:solidFill>
                <a:latin typeface="Calibri"/>
              </a:rPr>
              <a:t>Does the LLM fail the CUSTOMIZED parts? — measured, not assumed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Every API auto-classified (no hand labels): 60% weight = share of signature types DEFINED IN THIS CODEBASE;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40% = name tokens outside general programming vocabulary. Surface mix: 52 generic / 95 mixed / 58 domain-specific.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9202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554480"/>
                <a:gridCol w="1463040"/>
                <a:gridCol w="1554480"/>
                <a:gridCol w="146304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codex pass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codex rate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gemini pass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gemini rate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dominant failure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generic name/types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27/52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18/52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compile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52/95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40/95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compile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domain-specific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27/58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19/58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12B"/>
                          </a:solidFill>
                          <a:latin typeface="Calibri"/>
                        </a:rPr>
                        <a:t>compile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" y="4206240"/>
            <a:ext cx="42062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E2761"/>
                </a:solidFill>
                <a:latin typeface="Calibri"/>
              </a:rPr>
              <a:t>5pp / 2pp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983479"/>
            <a:ext cx="42062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generic-to-domain pass gap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(codex / gemini) — nearly FLAT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206240"/>
            <a:ext cx="42062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E2761"/>
                </a:solidFill>
                <a:latin typeface="Calibri"/>
              </a:rPr>
              <a:t>compile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983479"/>
            <a:ext cx="42062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dominant failure in EVERY bucket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(wrong receiver / member)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2761"/>
                </a:solidFill>
                <a:latin typeface="Calibri"/>
              </a:rPr>
              <a:t>Name familiarity is NOT the failure driver. The gap the model actually has: HOW TO REACH functionality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2761"/>
                </a:solidFill>
                <a:latin typeface="Calibri"/>
              </a:rPr>
              <a:t>(visibility, receiver paths, mixin entry points) and WHAT THE DATA MUST LOOK LIKE at runtime.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Calibri"/>
              </a:rPr>
              <a:t>Evidence: reachability beats vocabulary (real APIs, verbatim errors)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440680" cy="411480"/>
          </a:xfrm>
          <a:prstGeom prst="rect">
            <a:avLst/>
          </a:prstGeom>
          <a:solidFill>
            <a:srgbClr val="B3261E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GENERIC name + FAIL — deceptive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440680" cy="201168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compress = protected[raptor] on MemoryTile:211 →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"value compress is not a member of ITile[Float]"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decompress = protected (line 231): same trap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copyResource: instance method on a TEST-helper class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→ "not a member of object GeoJob"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051560"/>
            <a:ext cx="5440680" cy="411480"/>
          </a:xfrm>
          <a:prstGeom prst="rect">
            <a:avLst/>
          </a:prstGeom>
          <a:solidFill>
            <a:srgbClr val="2E7D32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GENERIC name + PASS — plain public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508760"/>
            <a:ext cx="5440680" cy="201168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count (GeoTiffWriter, public) · gaussian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(SpatialGeneratorBuilder, public builder chain)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caveat: buildIndex passed though canonical def is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private — witness satisfied via another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5440680" cy="411480"/>
          </a:xfrm>
          <a:prstGeom prst="rect">
            <a:avLst/>
          </a:prstGeom>
          <a:solidFill>
            <a:srgbClr val="B3261E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DOMAIN name + FAIL — two mechanisms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5440680" cy="201168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addTile = private[raptor] (ConvolutionTile:52) →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"cannot be accessed" — NOT-TESTABLE, not a doc bug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envelope: public, but model invented .rasterFeature —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receiver-PATH miss (rdd → metadata → envelope)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zonalStats2 / divideScene: compile OK, die at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3657600"/>
            <a:ext cx="5440680" cy="411480"/>
          </a:xfrm>
          <a:prstGeom prst="rect">
            <a:avLst/>
          </a:prstGeom>
          <a:solidFill>
            <a:srgbClr val="2E7D32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DOMAIN name + PASS — the mixin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114800"/>
            <a:ext cx="5440680" cy="201168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geoTiff (RaptorMixin:40) · generateSpatialData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(ReadWriteMixin:139) · eulerHistogramSize — all public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MIXIN methods one hop from sc./rdd. with defaults.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BUT raptorJoin failed under codex at runtime:</a:t>
            </a: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ClassCastException [F → Float (pixel-type trap)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761"/>
                </a:solidFill>
                <a:latin typeface="Calibri"/>
              </a:rPr>
              <a:t>Both gaps are DOCUMENTABLE FACTS — which is why doc-repair (persistent) beats snippet-retry (evaporates).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761"/>
                </a:solidFill>
                <a:latin typeface="Calibri"/>
              </a:rPr>
              <a:t>Why the 12 SWE-bench projects can't be our test 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554480"/>
                <a:gridCol w="1828800"/>
                <a:gridCol w="1737360"/>
                <a:gridCol w="1463040"/>
                <a:gridCol w="548640"/>
              </a:tblGrid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The 12 SWE-bench projects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 too famous?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 domain library?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docs leave room?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not memorized?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use it?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django · flask · requests · sklearn · matplotlib · seaborn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 20K-80K★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 frameworks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sympy · pytest · sphinx · pylint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 5K-13K★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 dev tools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astropy (~4.5K★)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borderline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✓ astronomy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 top docs already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 well-known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xarray (~3.7K★)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✓ data arrays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 great docs already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✗ heavily seen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977639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B3261E"/>
                </a:solidFill>
                <a:latin typeface="Calibri"/>
              </a:rPr>
              <a:t>0 of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79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fit GRAIL's rules for a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good test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977639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E2761"/>
                </a:solidFill>
                <a:latin typeface="Calibri"/>
              </a:rPr>
              <a:t>68.3%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754879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of SWE-bench's OWN tasks were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thrown out as unfair (93 reviewers)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977639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1E2761"/>
                </a:solidFill>
                <a:latin typeface="Calibri"/>
              </a:rPr>
              <a:t>different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754879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SWE-bench: FIX a reported bug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GRAIL: WRITE new code from the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1064240" cy="11430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21212B"/>
                </a:solidFill>
                <a:latin typeface="Calibri"/>
              </a:rPr>
              <a:t>The core problem: today's AI models were already trained on these exact 12 projects, and their docs are already</a:t>
            </a:r>
          </a:p>
          <a:p>
            <a:pPr algn="l">
              <a:lnSpc>
                <a:spcPct val="116000"/>
              </a:lnSpc>
            </a:pPr>
            <a:r>
              <a:rPr sz="1250" b="0">
                <a:solidFill>
                  <a:srgbClr val="21212B"/>
                </a:solidFill>
                <a:latin typeface="Calibri"/>
              </a:rPr>
              <a:t>excellent — so a model looks good even with NO help from us, for the wrong reason (it has basically memorized them).</a:t>
            </a:r>
          </a:p>
          <a:p>
            <a:pPr algn="l">
              <a:lnSpc>
                <a:spcPct val="116000"/>
              </a:lnSpc>
            </a:pPr>
            <a:r>
              <a:rPr sz="1250" b="0">
                <a:solidFill>
                  <a:srgbClr val="21212B"/>
                </a:solidFill>
                <a:latin typeface="Calibri"/>
              </a:rPr>
              <a:t>GRAIL needs the opposite: lesser-known libraries with weak docs, where better docs can actually change the outcome.</a:t>
            </a:r>
          </a:p>
          <a:p>
            <a:pPr algn="l">
              <a:lnSpc>
                <a:spcPct val="116000"/>
              </a:lnSpc>
            </a:pPr>
            <a:r>
              <a:rPr sz="1250" b="0">
                <a:solidFill>
                  <a:srgbClr val="21212B"/>
                </a:solidFill>
                <a:latin typeface="Calibri"/>
              </a:rPr>
              <a:t>What we DO copy from SWE-bench: check answers by RUNNING the code (not by comparing text), keep the project's own</a:t>
            </a:r>
          </a:p>
          <a:p>
            <a:pPr algn="l">
              <a:lnSpc>
                <a:spcPct val="116000"/>
              </a:lnSpc>
            </a:pPr>
            <a:r>
              <a:rPr sz="1250" b="0">
                <a:solidFill>
                  <a:srgbClr val="21212B"/>
                </a:solidFill>
                <a:latin typeface="Calibri"/>
              </a:rPr>
              <a:t>tests passing after our changes, drop unfair tasks, and rate difficulty by how many retries a fix takes.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761"/>
                </a:solidFill>
                <a:latin typeface="Calibri"/>
              </a:rPr>
              <a:t>How we pick the test projects — one filter at each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26974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A  Search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72768"/>
            <a:ext cx="2697480" cy="237744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Automatic search across 22 non-map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fields in Scala / Python / Java. Keep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only: 100-5K stars, still active, 50+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functions, not about maps. No AI —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just search + simple rules.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~500 → ~30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097280"/>
            <a:ext cx="26974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B  Run our own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572768"/>
            <a:ext cx="2697480" cy="237744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Point our pipeline at the survivors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(still no AI): does it really have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300-2K functions? Are the docs and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tests usable? Does it build in under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30 minutes?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~30 → ~8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26974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C  Human check (&lt;30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72768"/>
            <a:ext cx="2697480" cy="237744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A person looks at the last few: is it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a real library, not an app? License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OK? Can we get sample data to run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it? Drop it if more than 30% of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functions can't be tested.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~8 → 2-3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097280"/>
            <a:ext cx="2697480" cy="457200"/>
          </a:xfrm>
          <a:prstGeom prst="rect">
            <a:avLst/>
          </a:prstGeom>
          <a:solidFill>
            <a:srgbClr val="2E7D32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D  Measure the start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572768"/>
            <a:ext cx="2697480" cy="237744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Run the model with NO help — it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should score LOW, proving it hasn't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memorized this library. Then run the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plain-README baseline.</a:t>
            </a:r>
          </a:p>
          <a:p>
            <a:pPr algn="l">
              <a:lnSpc>
                <a:spcPct val="116000"/>
              </a:lnSpc>
            </a:pPr>
            <a:r>
              <a:rPr sz="1050" b="0">
                <a:solidFill>
                  <a:srgbClr val="21212B"/>
                </a:solidFill>
                <a:latin typeface="Calibri"/>
              </a:rPr>
              <a:t>≈2 h + $10 per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12B"/>
                </a:solidFill>
                <a:latin typeface="Calibri"/>
              </a:rPr>
              <a:t>Step A is done — 22 fields × 3 languages, every match found and scored: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5720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1737360"/>
                <a:gridCol w="2926080"/>
                <a:gridCol w="32918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fields searched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came back empty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candidates found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pick (score /100)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Scala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20  (rare!)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cromwell 84 · glow 66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few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~90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pymatgen 93 · tslearn 92 · pennylane 90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Java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several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~50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TarsosDSP 91 · gatk 83 · cdk 68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66 searches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141 projects across 17 fields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the rules pick, not the field name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Calibri"/>
              </a:rPr>
              <a:t>Why not just grab random GitHub projects? The kind of library we need is rare — most random repos are apps, tutorials, or copies. In Scala, 20 of 22 fields came back EMPTY; Python bioinformatics alone returned 154. Searching on purpose finds enough good 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761"/>
                </a:solidFill>
                <a:latin typeface="Calibri"/>
              </a:rPr>
              <a:t>Stage-B shortlist — 3 languages × 3 unrelated domains, quantified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Picked to MAXIMIZE the generalization claim: distinct stacks + distinct domains, all quick-gates green,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all library-shaped (importable+testable, not apps), all WITHOUT AGENTS.md (R5). R10 adds same-domain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has-AGENTS.md PARTNERS as the second baseline arm (next slide) — not shown here to keep the treatment set clean.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914400"/>
                <a:gridCol w="1737360"/>
                <a:gridCol w="822960"/>
                <a:gridCol w="822960"/>
                <a:gridCol w="822960"/>
                <a:gridCol w="310896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repo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lang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APIs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 THIS one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projectglow/glow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Scala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genomics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305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194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ZERO harness cost — RDPro's Spark stack; real library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materialsproject/pymatgen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materials sci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1,920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577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top score; rich typed surface (crystal structures)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cdk/cdk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Java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cheminformatics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590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469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the 'RDPro of chemistry'; big API, no AGENTS.md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1212B"/>
                </a:solidFill>
                <a:latin typeface="Calibri"/>
              </a:rPr>
              <a:t>Two defensible calls: glow OVER cromwell (higher finder score 84) — cromwell is a workflow ENGINE (app-shaped, orchestration APIs); glow is a Spark LIBRARY on our exact stack. cdk OVER gatk (higher score 83) — gatk is genomics AGAIN (overlaps glow); cdk gives a 3rd distinct domain + richer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5440680" cy="41148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lighter alternates if a primary stalls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5440680" cy="146304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MDAnalysis (Py, molecular dynamics, 245 API)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BoofCV (Java, computer vision, 150 API)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tslearn (Py, time series, CSV fixtures)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cromwell / gatk (higher-scored, heavier build)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4526280"/>
            <a:ext cx="5440680" cy="411480"/>
          </a:xfrm>
          <a:prstGeom prst="rect">
            <a:avLst/>
          </a:prstGeom>
          <a:solidFill>
            <a:srgbClr val="B3261E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prerequisite before ANY Python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4937760"/>
            <a:ext cx="5440680" cy="1463040"/>
          </a:xfrm>
          <a:prstGeom prst="rect">
            <a:avLst/>
          </a:prstGeom>
          <a:solidFill>
            <a:srgbClr val="FBECEA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The 2 Python signal fixes (Sedona 670→7 lesson):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  • docstring-BELOW extraction (Python puts it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     under the def, not above)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  • pytest-style test mining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Scala (glow) + Java (cdk) need NO fix — run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genomics / materials / chemistry across Scala / Python / Java — the strongest generalization statement from one 3-repo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761"/>
                </a:solidFill>
                <a:latin typeface="Calibri"/>
              </a:rPr>
              <a:t>How we choose which fields to look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Not random, not by gut. A field qualifies only if it has: (1) rich, specialized data types — the part LLMs struggle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with — (2) enough mid-popularity libraries (100-5K stars), and (3) sample data we can download to run tests.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22 fields total, all NON-map/location (RDPro already covers maps), split into 3 groups: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3611880" cy="50292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SCIENCE / LAB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3611880" cy="324612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genetics · genomics · proteins &amp;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mass-spec · chemistry · molecules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materials · quantum computing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brain scans · medical imaging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astronomy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sample data: DNA files, molecule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files, medical scans, telescope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79" y="1783080"/>
            <a:ext cx="3611880" cy="502920"/>
          </a:xfrm>
          <a:prstGeom prst="rect">
            <a:avLst/>
          </a:prstGeom>
          <a:solidFill>
            <a:srgbClr val="2E7D32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SOUND / IMAGES /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79" y="2331720"/>
            <a:ext cx="3611880" cy="324612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audio · speech · sound synthesis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computer vision · image processing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3D shapes · point clouds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fingerprints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sample data: WAV/FLAC audio,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photos, 3D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1783080"/>
            <a:ext cx="3611880" cy="502920"/>
          </a:xfrm>
          <a:prstGeom prst="rect">
            <a:avLst/>
          </a:prstGeom>
          <a:solidFill>
            <a:srgbClr val="21212B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SIGNALS /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2331720"/>
            <a:ext cx="3611880" cy="324612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network traffic · signal processing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time series · scheduling &amp;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optimization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sample data: packet captures,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generated signals, time-series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E2761"/>
                </a:solidFill>
                <a:latin typeface="Calibri"/>
              </a:rPr>
              <a:t>The rules pick the projects, not the field name — adding a field never bends a rule. Bioinformatics only LOOKED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1E2761"/>
                </a:solidFill>
                <a:latin typeface="Calibri"/>
              </a:rPr>
              <a:t>dominant at first because Scala has so few domain libraries (20 of 22 fields came back empty in Scala); Python and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1E2761"/>
                </a:solidFill>
                <a:latin typeface="Calibri"/>
              </a:rPr>
              <a:t>Java fill in the rest. Popular topics (vision, audio, fingerprints, 3D) are spread across all three groups.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761"/>
                </a:solidFill>
                <a:latin typeface="Calibri"/>
              </a:rPr>
              <a:t>Sampling design: why these domains &amp; languages — and why not random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611880" cy="41148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WHY NOT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11880" cy="420624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1  Yield: our class (niche domain API libs)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is rare — even a TARGETED genomics query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returned 3 hits, 2 rejected. Random =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apps, tutorials, forks, abandonware.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2  Claim-match: we test 'generalizes across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domains/stacks FOR THE TARGET CLASS' —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you sample the class (stratified, pre-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registered gates), not all of GitHub.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3  Comparability: must build ≤30 min with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obtainable fixtures, else 'GRAIL failed'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confounds with 'repo unbuildable'.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79" y="1097280"/>
            <a:ext cx="3611880" cy="41148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DOMAIN SELECTION (22)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79" y="1554480"/>
            <a:ext cx="3611880" cy="420624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Chosen where: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•  rich TYPED data models exist (sequences,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molecules, spectra, time series) — our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genericity result shows domain-typed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receivers are where LLMs fail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•  the 100-5K-star mid-tail is populated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•  NON-geospatial (RDPro+Sedona cover geo)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Genomics FIRST = minimal-change design: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ADAM/Glow are Spark/Scala over big typed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data — RDPro's exact stack. Domain varies,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stack constant → clean transfer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9" y="1097280"/>
            <a:ext cx="3611880" cy="411480"/>
          </a:xfrm>
          <a:prstGeom prst="rect">
            <a:avLst/>
          </a:prstGeom>
          <a:solidFill>
            <a:srgbClr val="2E7D32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LANGUAGE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1554480"/>
            <a:ext cx="3611880" cy="420624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Scala → Python → Java, C++ later. Grounds: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1  Harness cost: Scala adapter proven ($0);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Python = cross-language arm (Sedona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ready); Java shares the JVM toolchain.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2  RESEARCHER VERIFIABILITY: languages the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experimenter reads fluently — every LLM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verdict (failure class, doc-repair diff,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NOT-TESTABLE) is human-AUDITED, not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trusted. Unfamiliar language = unreliable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audit. C++/Rust deferred: adapter + audit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    cost — recorded scope, not a method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Anti-cherry-picking mechanism: gates R1-R7 fixed BEFORE outcomes · sweep enumerates EVERY query match ·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every rejection logged with its reason · fully reproducible from script + GitHub token.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761"/>
                </a:solidFill>
                <a:latin typeface="Calibri"/>
              </a:rPr>
              <a:t>gemini-3.1-pro REVIEW doc-repair — 36 fixed (full run), and WHY the rest were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2E7D32"/>
                </a:solidFill>
                <a:latin typeface="Calibri"/>
              </a:rPr>
              <a:t>36 / 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doc-fixed — FULL run complete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(fix_rate 36.4%, gemini-3.1-pro 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18872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E2761"/>
                </a:solidFill>
                <a:latin typeface="Calibri"/>
              </a:rPr>
              <a:t>25 /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96596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fixed on ATTEMPT 1 — rewritten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entry alone compiled, no retry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18872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E2761"/>
                </a:solidFill>
                <a:latin typeface="Calibri"/>
              </a:rPr>
              <a:t>max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deepest retry; mean 1.4 rounds —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5-round cap never used (3 enough)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60604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"/>
                <a:gridCol w="4572000"/>
                <a:gridCol w="393192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doc-fixed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envelope · raptorJoin · area · metadata · overlay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old doc had wrong receiver/path; gemini-3.1 read source &amp; rewrote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not-testable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compress · decompress · copyResource · checkOptions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protected[raptor]/private[davinci]/test-helper — uncallable, declined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still-failing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addTile · build · divideScene · createPartitions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snippet misread persists OR Spark-runtime data issue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rewrite-rejected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isCW · getTileIDAtPoint · plotImage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gemini's REWRITE itself hallucinated a member — guard caught it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15000"/>
            <a:ext cx="11064240" cy="8686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The not-testable verdicts show DEEP codebase understanding — gemini quoted visibility barriers verbatim: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"compress is protected[raptor] and cannot be invoked from an external test harness outside the raptor package."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1212B"/>
                </a:solidFill>
                <a:latin typeface="Calibri"/>
              </a:rPr>
              <a:t>That is the receiver/visibility knowledge the genericity analysis identified as the real gap — now correctly diagnosed.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761"/>
                </a:solidFill>
                <a:latin typeface="Calibri"/>
              </a:rPr>
              <a:t>Did the repaired README help a FRESH reader? — re-read by Gemini 2.5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42062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The fair, doc-only test: hold the AUDIENCE fixed (Gemini 2.5 Pro), change ONLY the README it reads. Repair helped.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>
                <a:solidFill>
                  <a:srgbClr val="2E7D32"/>
                </a:solidFill>
                <a:latin typeface="Calibri"/>
              </a:rPr>
              <a:t>43.5→51.0%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SAME audience (Gemini 2.5 Pro),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README swapped: +7.5 pp scored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41732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E2761"/>
                </a:solidFill>
                <a:latin typeface="Calibri"/>
              </a:rPr>
              <a:t>25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19456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Gemini-3.1 fixes that TRANSFERRED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to a pass under Gemini 2.5 (69.4%)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41732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E2761"/>
                </a:solidFill>
                <a:latin typeface="Calibri"/>
              </a:rPr>
              <a:t>+11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9456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raw passes 90→101; the fair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within-model delta (+8.0 pp raw)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06324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468880"/>
                <a:gridCol w="2468880"/>
                <a:gridCol w="128016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Gemini 2.5 Pro audience reads: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raw pass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scored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vs pre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g1 pre-docfix — its own fresh README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90/218 = 41.3%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90/207 = 43.5%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post-docfix — Gemini-3.1-repaired README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101/205 = 49.3%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101/198 = 51.0%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+7.5 pp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572000"/>
            <a:ext cx="11064240" cy="384048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mechanism (why +7.5 pp and not more)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56048"/>
            <a:ext cx="11064240" cy="6583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30 APIs recovered (g1-fail → pass), 25 of them on entries gemini-3.1 had source-fixed — envelope · retile · mapPixels ·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overlay · metadata · crsToSRID · numPartitions. Offsetting it: 35 APIs regressed (g1-pass → post-fail) — plot · run ·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mbr · saveAsGeoTiff — these are AUDIENCE-MODEL variance (Gemini 2.5 ≠ Codex on the SAME doc), not doc damage.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384048"/>
          </a:xfrm>
          <a:prstGeom prst="rect">
            <a:avLst/>
          </a:prstGeom>
          <a:solidFill>
            <a:srgbClr val="B3261E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the trap: do NOT headline the cross-model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90488"/>
            <a:ext cx="11064240" cy="60350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post-docfix Gemini 2.5 (101/205) vs Codex g1 (106/205, 54.6%) reads as -2.4 pp — but that swaps the audience model AND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the README at once, confounding repair with a model change. Within-model (43.5→51.0%) is the claim; cross-model is context.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761"/>
                </a:solidFill>
                <a:latin typeface="Calibri"/>
              </a:rPr>
              <a:t>The repaired catalog helps a SECOND reader MORE — Codex 5.3, doc-only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420624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The cleanest test in the study: the SAME model (Codex 5.3) that authored the original catalog now RE-READS the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Gemini-3.1-repaired one. Only the catalog changed — no model swap, so the delta is 100% the doc-repair.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2E7D32"/>
                </a:solidFill>
                <a:latin typeface="Calibri"/>
              </a:rPr>
              <a:t>51.7→67.8%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Codex 5.3 raw pass, catalog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swapped to repaired (+16.1 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46304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7D32"/>
                </a:solidFill>
                <a:latin typeface="Calibri"/>
              </a:rPr>
              <a:t>31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24028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of the LLM's doc-fixes now pass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under Codex = 86.1%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46304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E2761"/>
                </a:solidFill>
                <a:latin typeface="Calibri"/>
              </a:rPr>
              <a:t>+42 / -9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24028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recovered vs regressed = net +33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(clean: only 9 regressions)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20040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194560"/>
                <a:gridCol w="1280160"/>
                <a:gridCol w="2103120"/>
                <a:gridCol w="155448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audience reads the SAME repaired catalog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raw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scored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 vs own baseline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doc-fix transfer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Gemini 2.5 Pro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101/205 = 49.3%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51.0%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+7.5 pp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25/36 = 69%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Codex 5.3 (authored original catalog)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139/205 = 67.8%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71.3%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+16.7 pp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1212B"/>
                          </a:solidFill>
                          <a:latin typeface="Calibri"/>
                        </a:rPr>
                        <a:t>31/36 = 86%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709160"/>
            <a:ext cx="11064240" cy="384048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cross-reader robustness — are the fixes reader-specific hacks or real source truth?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93208"/>
            <a:ext cx="11064240" cy="8229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Of the 36 fixes: 25 pass under BOTH readers · 6 Codex-only · 0 Gemini-only · 5 neither. ZERO gemini-only means the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repairs are not tuned to one model — they encode SOURCE TRUTH any strong reader benefits from. The residual splits into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reader coding strength (6 hard APIs Codex executes but Gemini 2.5 can't — addFeature · getPointValue · using) + 5 runtime-blocked.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1064240" cy="6583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Headline: two INDEPENDENT readers improve on the repaired catalog (Gemini +7.5 pp, Codex +16.7 pp) — the within-model</a:t>
            </a:r>
          </a:p>
          <a:p>
            <a:pPr algn="l">
              <a:lnSpc>
                <a:spcPct val="118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deltas, NOT the cross-model -2.4, are the doc-repair effect. Codex is the cleanest: same model, catalog-only change, +33 net.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1064240" cy="5029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761"/>
                </a:solidFill>
                <a:latin typeface="Calibri"/>
              </a:rPr>
              <a:t>Doc-only comparison — the four conditions, visualized</a:t>
            </a:r>
          </a:p>
        </p:txBody>
      </p:sp>
      <p:pic>
        <p:nvPicPr>
          <p:cNvPr id="3" name="Picture 2" descr="compare_4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32688"/>
            <a:ext cx="10058400" cy="52806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27648"/>
            <a:ext cx="11064240" cy="4572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Both readers improve on the SAME repaired catalog — Codex 5.3 (+16.1 pp) more than Gemini 2.5 (+8.0 pp); 25 of the 36 fixes pass under BOTH readers. Bars are raw pass rate; scored deltas are +16.7 / +7.5 pp.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761"/>
                </a:solidFill>
                <a:latin typeface="Calibri"/>
              </a:rPr>
              <a:t>Where every one of the 99 baseline failures went after doc-repair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77824"/>
            <a:ext cx="11064240" cy="40233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All 99 codex-g1 failures were routed to Gemini 3.1 doc-repair, then re-tested by Gemini 2.5 Pro. Full accounting: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7D32"/>
                </a:solidFill>
                <a:latin typeface="Calibri"/>
              </a:rPr>
              <a:t>30 / 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of ALL baseline failures recovered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(fail → pass) = 30.3%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41732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7D32"/>
                </a:solidFill>
                <a:latin typeface="Calibri"/>
              </a:rPr>
              <a:t>25 /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19456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of the entries the LLM actually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rewrote now pass = 69.4%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417320"/>
            <a:ext cx="3291840" cy="6858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E2761"/>
                </a:solidFill>
                <a:latin typeface="Calibri"/>
              </a:rPr>
              <a:t>58 / 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94560"/>
            <a:ext cx="32918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of the still-failing are STRUCTURAL,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not doc problems (see rows 4-6)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063240"/>
          <a:ext cx="110642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57200"/>
                <a:gridCol w="4572000"/>
                <a:gridCol w="3383280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outcome bucket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fail→PASS · doc-fixed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LLM rewrote the entry → fresh reader passed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envelope · retile · mapPixels · overlay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fail→PASS · not doc-fixed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recovered via audience-model variance, not repair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createPartitions · rescale · numPoints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fail→fail · doc-fixed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doc corrected, but a CODE/runtime barrier remains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raptorJoin · readTile · using · pixels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fail→fail · not-testable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protected/private — uncallable; LLM declined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compress · decompress · addTile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fail→fail · reverted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rewrite would not compile → auto-reverted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reproject · zonalStatsLocal · reshapeNN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fail→fail · fab-rejected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rewrite invented a member → guard caught it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toGeometry · samplePoints · getRasterExtent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053328"/>
            <a:ext cx="11064240" cy="6583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Reads as one story: repair recovers the DOC-DEFECT class (25 rewrites transferred) and cleanly EXPOSES the ceiling —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58 of the 69 unhelped are uncallable (protected/private) or un-compilable, which no README edit can fix. (Separately, 35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previously-passing APIs regressed under Gemini 2.5 — audience-model variance vs codex, not doc damage.)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E2761"/>
                </a:solidFill>
                <a:latin typeface="Calibri"/>
              </a:rPr>
              <a:t>Deep finding — how the LLM reads the codebase: REACHABILITY, not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840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The pass/fail pattern after repair is effectively a REACHABILITY classifier. Four behaviors, each with run evidence: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 · reasons about reachability, not domain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47088"/>
            <a:ext cx="5440680" cy="1965960"/>
          </a:xfrm>
          <a:prstGeom prst="rect">
            <a:avLst/>
          </a:prstGeom>
          <a:solidFill>
            <a:srgbClr val="E9F3EA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The 25 recovered are all REACHABLE + exercisable APIs whose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DOCS were wrong (wrong receiver / entry-point / import).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The 69 unhelped are dominated by UNREACHABLE APIs: 31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protected/private + 20 non-compiling. Matches the genericity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result — the gap is visibility, not domain vocabulary.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71600"/>
            <a:ext cx="54406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 · separates a 'doc bug' from a 'structural barrier'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47088"/>
            <a:ext cx="5440680" cy="196596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32 honest not-testable verdicts quote access control verbatim: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"compress is protected[raptor], cannot be invoked from an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external harness outside the raptor package."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It DECLINES to fabricate a call path rather than guess — the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behavior that keeps the catalog monotonically non-worse.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54406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3 · still pattern-completes FAKE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61688"/>
            <a:ext cx="5440680" cy="1965960"/>
          </a:xfrm>
          <a:prstGeom prst="rect">
            <a:avLst/>
          </a:prstGeom>
          <a:solidFill>
            <a:srgbClr val="FBECEA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7 rewrites invented a plausible-but-nonexistent member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(toGeometry · getRasterExtent · samplePoints) — all caught by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the fabricated-member guard. The LLM's 'understanding' is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plausible completion that REQUIRES source-grounding + a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guard before it can be trusted.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886200"/>
            <a:ext cx="5440680" cy="45720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4 · source + cross-language type context is the enabler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361688"/>
            <a:ext cx="5440680" cy="1965960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Given the real source window + type defs located across the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WHOLE repo — incl JAVA types invisible to Scala import mining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(the 'not found: type Collector' case) — diagnosis becomes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correct. Without it the LLM redirects to cousin APIs (.convolve,</a:t>
            </a:r>
          </a:p>
          <a:p>
            <a:pPr algn="l">
              <a:lnSpc>
                <a:spcPct val="116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.build). Static API it nails; runtime/fixture defects it cannot.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11064240" cy="3840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One line: source-grounded doc-repair turns the LLM's plausible-completion into verified fixes — and its refusals map the true API ceiling.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E2761"/>
                </a:solidFill>
                <a:latin typeface="Calibri"/>
              </a:rPr>
              <a:t>What a repaired entry looks like — and the 3-catalog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440680" cy="365760"/>
          </a:xfrm>
          <a:prstGeom prst="rect">
            <a:avLst/>
          </a:prstGeom>
          <a:solidFill>
            <a:srgbClr val="B3261E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envelope — BEFORE (vague, wrong receiver)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40680" cy="2286000"/>
          </a:xfrm>
          <a:prstGeom prst="rect">
            <a:avLst/>
          </a:prstGeom>
          <a:solidFill>
            <a:srgbClr val="FBECEA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Goal: "return the bounding envelope of the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current object"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Call pattern pointed at Reprojector.reproject-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EnvelopeInPlace — the WRONG entry point.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No receiver path. No failure modes.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→ every snippet failed: value envelope is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   not a member of RasterRDD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960120"/>
            <a:ext cx="5440680" cy="365760"/>
          </a:xfrm>
          <a:prstGeom prst="rect">
            <a:avLst/>
          </a:prstGeom>
          <a:solidFill>
            <a:srgbClr val="2E7D32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AFTER (source-grounded, 4 new sections)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71600"/>
            <a:ext cx="5440680" cy="2286000"/>
          </a:xfrm>
          <a:prstGeom prst="rect">
            <a:avLst/>
          </a:prstGeom>
          <a:solidFill>
            <a:srgbClr val="E9F3EA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+ Grounding: doc-repaired from source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+ Valid Call Pattern w/ REQUIRED IMPORTS: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   rasterRDD.first().rasterMetadata.envelope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+ Common Failure Modes: '.rasterFeature on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   RDD' · 'Scala .width vs JTS .getWidth'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+ Fix Code Hint: wrong → right side by side</a:t>
            </a: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1212B"/>
                </a:solidFill>
                <a:latin typeface="Calibri"/>
              </a:rPr>
              <a:t>→ retry PASSED, entry kept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77639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280160"/>
                <a:gridCol w="1097280"/>
                <a:gridCol w="164592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catalog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chars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entries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doc-fixed marks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baseline (pre-docfix)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526,902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codex-authored, before repair pass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CURRENT (codex-authored + docfix)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654,138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12B"/>
                          </a:solidFill>
                          <a:latin typeface="Calibri"/>
                        </a:rPr>
                        <a:t>+127K chars; 36 from the 99-run + reshapeNN &amp; zonalStatsLocal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12B"/>
                </a:solidFill>
                <a:latin typeface="Calibri"/>
              </a:rPr>
              <a:t>Catalog got DENSER + more correct, not broader: same 205 entries, 38 now source-grounded. Every accepted repair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12B"/>
                </a:solidFill>
                <a:latin typeface="Calibri"/>
              </a:rPr>
              <a:t>adds Common-Failure-Modes + Fix-Code-Hint the model can read BEFORE writing code. Author-model comparison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1212B"/>
                </a:solidFill>
                <a:latin typeface="Calibri"/>
              </a:rPr>
              <a:t>(gemini-authored vs codex-authored raw catalogs) pending the archived gemini catalog sync.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761"/>
                </a:solidFill>
                <a:latin typeface="Calibri"/>
              </a:rPr>
              <a:t>How selection works: what is automated vs a documented judgment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Finder (Stage A) has ZERO LLM — 100% GitHub search + Python regex + arithmetic. LLM enters only later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(Stage B intent, Stage D comprehension). Split of labor stated up front for reproducibility: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642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6766560"/>
                <a:gridCol w="1188720"/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LLM?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domain label (bio/medical/image)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= which QUERY found it; GitHub matches term vs name+desc+README+topics. NOT classified by us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geo exclusion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Python re.search on name/desc/topics (self-tested tight regex)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API surface count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regex pattern.findall per source file — heuristic count, not a parse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tests/docs/examples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path &amp; filename heuristics (test/ dir, README, examples/)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activity gate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GitHub commits API + date arithmetic (≤12mo)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final_score (0-100)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arithmetic: adoption + API surface + activity + tests/docs − penalties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Stage-B deep screen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aideal api-surface / intent / dedup — the pipeline itself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yes (author)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Stage-D baseline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comprehension --execute (write code from docs)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12B"/>
                          </a:solidFill>
                          <a:latin typeface="Calibri"/>
                        </a:rPr>
                        <a:t>yes (audience)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final_score = clamp( stars/2000×20 + forks/300×15 + API/80×20 + activity(≤30d:15/≤90d:10/else 6)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                       + tests·8 + docs·4 + examples·4 + issue-confusion − (&gt;5K★:−8, no-tests:−8, API&lt;30:−15), 0..100 )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Everything above the line is deterministic &amp; reproducible from script + GitHub token. Nothing is subjective UNTIL the final pick.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761"/>
                </a:solidFill>
                <a:latin typeface="Calibri"/>
              </a:rPr>
              <a:t>FINAL 10 — re-checked under R8 (no frameworks) + R9 (data/run ease)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cromwell REMOVED (R8: workflow engine, not single-API testable) → backfilled with htsjdk. All 10 are LIBRARIES,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ranked by experiment-ability: T0 generated · T1 in-package · T2 small download. 1 Scala · 3 Java · 6 Python.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777240"/>
                <a:gridCol w="1417320"/>
                <a:gridCol w="502920"/>
                <a:gridCol w="2286000"/>
                <a:gridCol w="2971800"/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repo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lang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data / run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u="sng">
                          <a:solidFill>
                            <a:srgbClr val="1A5FB4"/>
                          </a:solidFill>
                          <a:latin typeface="Calibri"/>
                          <a:hlinkClick r:id="rId2"/>
                        </a:rPr>
                        <a:t>PennyLaneAI/pennylane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quantum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T0 generated · pip/CPU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BEST — API computes its own state, zero fixture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u="sng">
                          <a:solidFill>
                            <a:srgbClr val="1A5FB4"/>
                          </a:solidFill>
                          <a:latin typeface="Calibri"/>
                          <a:hlinkClick r:id="rId3"/>
                        </a:rPr>
                        <a:t>tslearn-team/tslearn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time series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T0/T1 · pip/CPU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synthetic + bundled datasets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u="sng">
                          <a:solidFill>
                            <a:srgbClr val="1A5FB4"/>
                          </a:solidFill>
                          <a:latin typeface="Calibri"/>
                          <a:hlinkClick r:id="rId4"/>
                        </a:rPr>
                        <a:t>MDAnalysis/mdanalysis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molecular dyn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245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T1 bundled · pip/CPU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MDAnalysisTests data ships in-package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u="sng">
                          <a:solidFill>
                            <a:srgbClr val="1A5FB4"/>
                          </a:solidFill>
                          <a:latin typeface="Calibri"/>
                          <a:hlinkClick r:id="rId5"/>
                        </a:rPr>
                        <a:t>materialsproject/pymatgen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materials sci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577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T1 bundled · pip/CPU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test structures in-package; biggest surface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u="sng">
                          <a:solidFill>
                            <a:srgbClr val="1A5FB4"/>
                          </a:solidFill>
                          <a:latin typeface="Calibri"/>
                          <a:hlinkClick r:id="rId6"/>
                        </a:rPr>
                        <a:t>cdk/cdk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Java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cheminformatics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469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T1 bundled · maven/JVM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'RDPro of chemistry'; test molecules bundled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u="sng">
                          <a:solidFill>
                            <a:srgbClr val="1A5FB4"/>
                          </a:solidFill>
                          <a:latin typeface="Calibri"/>
                          <a:hlinkClick r:id="rId7"/>
                        </a:rPr>
                        <a:t>lessthanoptimal/BoofCV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Java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computer vision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T1 any image · maven/JVM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trivial image fixtures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u="sng">
                          <a:solidFill>
                            <a:srgbClr val="1A5FB4"/>
                          </a:solidFill>
                          <a:latin typeface="Calibri"/>
                          <a:hlinkClick r:id="rId8"/>
                        </a:rPr>
                        <a:t>samtools/htsjdk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Java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genomics I/O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244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T1 bundled · maven/JVM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NEW — pure format library, most testable in pool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u="sng">
                          <a:solidFill>
                            <a:srgbClr val="1A5FB4"/>
                          </a:solidFill>
                          <a:latin typeface="Calibri"/>
                          <a:hlinkClick r:id="rId9"/>
                        </a:rPr>
                        <a:t>LCAV/pyroomacoustics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audio/signal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273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T0/T1 · pip/CPU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synthetic rooms + any WAV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u="sng">
                          <a:solidFill>
                            <a:srgbClr val="1A5FB4"/>
                          </a:solidFill>
                          <a:latin typeface="Calibri"/>
                          <a:hlinkClick r:id="rId10"/>
                        </a:rPr>
                        <a:t>projectglow/glow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Scala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genomics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194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T1 small VCF · needs SPARK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RDPro stack (zero adapter); dockerize runtime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u="sng">
                          <a:solidFill>
                            <a:srgbClr val="1A5FB4"/>
                          </a:solidFill>
                          <a:latin typeface="Calibri"/>
                          <a:hlinkClick r:id="rId11"/>
                        </a:rPr>
                        <a:t>mne-tools/mne-python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neuroimaging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216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T2 download (~GB) · pip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1212B"/>
                          </a:solidFill>
                          <a:latin typeface="Calibri"/>
                        </a:rPr>
                        <a:t>pin a SMALL mne.datasets sample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8932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Run order = experiment-ability: rows 1-7 (T0/T1, light runtime) FIRST — generated/in-package data kills the fixture risk</a:t>
            </a:r>
          </a:p>
          <a:p>
            <a:pPr algn="l">
              <a:lnSpc>
                <a:spcPct val="118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that caused retile-class runtime fails on RDPro. glow needs Spark (dockerize); mne-python needs a data download.</a:t>
            </a:r>
          </a:p>
          <a:p>
            <a:pPr algn="l">
              <a:lnSpc>
                <a:spcPct val="118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Prerequisite for the 6 Python targets: the docstring-below + pytest-mining signal fixes (Sedona 670→7 lesson).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638544"/>
            <a:ext cx="11064240" cy="20116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Repo names clickable → github.com/&lt;repo&gt;. Data: T0 generated · T1 bundled · T2 small download · T3 large/external (descoped).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6692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761"/>
                </a:solidFill>
                <a:latin typeface="Calibri"/>
              </a:rPr>
              <a:t>Baseline SELECTION — two agent-doc conditions, domain-matched (R10)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841248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The AGENTS.md arm needs BOTH baseline flavors chosen UP FRONT, not just at compare time. Per domain we pick a repo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with NO agent doc (baseline = README / no-doc, the weak-doc premise) AND a same-domain repo that SHIPS an AGENTS.md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(baseline = its own author-written guide GRAIL must beat). Same domain ⇒ difficulty held constant across both flavors.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74519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548640"/>
                <a:gridCol w="3200400"/>
                <a:gridCol w="54864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NO-AGENTS.md  (baseline = README)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HAS-AGENTS.md  (baseline = its AGENTS.md)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★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T="18000" marB="18000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molecular dyn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u="sng">
                          <a:solidFill>
                            <a:srgbClr val="1A5FB4"/>
                          </a:solidFill>
                          <a:latin typeface="Calibri"/>
                          <a:hlinkClick r:id="rId2"/>
                        </a:rPr>
                        <a:t>MDAnalysis · Py · 245 API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1.6k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u="sng">
                          <a:solidFill>
                            <a:srgbClr val="1A5FB4"/>
                          </a:solidFill>
                          <a:latin typeface="Calibri"/>
                          <a:hlinkClick r:id="rId3"/>
                        </a:rPr>
                        <a:t>deepmd-kit · Py · 252 API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2.0k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both libraries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time series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u="sng">
                          <a:solidFill>
                            <a:srgbClr val="1A5FB4"/>
                          </a:solidFill>
                          <a:latin typeface="Calibri"/>
                          <a:hlinkClick r:id="rId4"/>
                        </a:rPr>
                        <a:t>tslearn · Py · 166 API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3.2k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u="sng">
                          <a:solidFill>
                            <a:srgbClr val="1A5FB4"/>
                          </a:solidFill>
                          <a:latin typeface="Calibri"/>
                          <a:hlinkClick r:id="rId5"/>
                        </a:rPr>
                        <a:t>skforecast · Py · 275 API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1.5k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both libraries</a:t>
                      </a:r>
                    </a:p>
                  </a:txBody>
                  <a:tcPr marT="18000" marB="18000">
                    <a:solidFill>
                      <a:srgbClr val="F0F4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audio / signal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u="sng">
                          <a:solidFill>
                            <a:srgbClr val="1A5FB4"/>
                          </a:solidFill>
                          <a:latin typeface="Calibri"/>
                          <a:hlinkClick r:id="rId6"/>
                        </a:rPr>
                        <a:t>pyroomacoustics · Py · 273 API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1.9k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u="sng">
                          <a:solidFill>
                            <a:srgbClr val="1A5FB4"/>
                          </a:solidFill>
                          <a:latin typeface="Calibri"/>
                          <a:hlinkClick r:id="rId7"/>
                        </a:rPr>
                        <a:t>TarsosDSP · Java · 249 API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2.2k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1212B"/>
                          </a:solidFill>
                          <a:latin typeface="Calibri"/>
                        </a:rPr>
                        <a:t>+ cross-LANGUAGE</a:t>
                      </a:r>
                    </a:p>
                  </a:txBody>
                  <a:tcPr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each pair = one clean 2×2, domain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16552"/>
            <a:ext cx="11064240" cy="8686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Per pair:  {GRAIL catalog, baseline doc} × {no-agent repo, has-agent repo}, domain held constant. The has-agent repo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lets GRAIL be scored against a REAL author-written AGENTS.md — the strong industry-standard control — not just against a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1212B"/>
                </a:solidFill>
                <a:latin typeface="Calibri"/>
              </a:rPr>
              <a:t>README. R10 refines R5: R5 still picks weak-doc repos as the primary treatment targets; R10 adds the has-agent partner.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76672"/>
            <a:ext cx="5440680" cy="365760"/>
          </a:xfrm>
          <a:prstGeom prst="rect">
            <a:avLst/>
          </a:prstGeom>
          <a:solidFill>
            <a:srgbClr val="B3261E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excluded as has-agent partners (R8 fail)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5440680" cy="841248"/>
          </a:xfrm>
          <a:prstGeom prst="rect">
            <a:avLst/>
          </a:prstGeom>
          <a:solidFill>
            <a:srgbClr val="FBECEA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galaxy · hail · geti · nomad — platforms/apps,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not single-API libraries. Kept only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library-shaped has-AGENTS.md repos so the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two arms differ ONLY in doc, not in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376672"/>
            <a:ext cx="5440680" cy="365760"/>
          </a:xfrm>
          <a:prstGeom prst="rect">
            <a:avLst/>
          </a:prstGeom>
          <a:solidFill>
            <a:srgbClr val="1E2761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RDPro's own has-agent 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5760720"/>
            <a:ext cx="5440680" cy="841248"/>
          </a:xfrm>
          <a:prstGeom prst="rect">
            <a:avLst/>
          </a:prstGeom>
          <a:solidFill>
            <a:srgbClr val="F0F4FC"/>
          </a:solidFill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RDPro has no natural AGENTS.md (its real one is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a META doc pointing at aideal → archived as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AGENTS.aideal-meta.md). A neutral hand-written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21212B"/>
                </a:solidFill>
                <a:latin typeface="Calibri"/>
              </a:rPr>
              <a:t>AGENTS.baseline.md supplies a fair has-agent arm.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20256"/>
            <a:ext cx="11064240" cy="219456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280"/>
                </a:solidFill>
                <a:latin typeface="Calibri"/>
              </a:rPr>
              <a:t>Repo names clickable. 'if no same-domain has-agent repo exists, an unpaired one is fine' — pairs are the stronger design, not required.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017520" cy="8229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ADCFC"/>
                </a:solidFill>
                <a:latin typeface="Calibri"/>
              </a:rPr>
              <a:t>Finish the fixer 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371600"/>
            <a:ext cx="7680960" cy="10515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4 arms on the SAME frozen failures: gemini-3.1-custom · gemini-3.5-flash · qwen2.5-coder 32B · 7B (local, $0) — audience pinned so only the fixer varies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3017520" cy="8229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ADCFC"/>
                </a:solidFill>
                <a:latin typeface="Calibri"/>
              </a:rPr>
              <a:t>Close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06040"/>
            <a:ext cx="7680960" cy="10515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aideal augment folds every VERIFIED fix into the catalog → one final full run = the complete treatment effect vs the 27.5%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3017520" cy="8229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ADCFC"/>
                </a:solidFill>
                <a:latin typeface="Calibri"/>
              </a:rPr>
              <a:t>Missing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840480"/>
            <a:ext cx="7680960" cy="10515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--doc original: RDPro's real 1,823-char README as the only context — the honest 'before' bar for the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3017520" cy="8229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ADCFC"/>
                </a:solidFill>
                <a:latin typeface="Calibri"/>
              </a:rPr>
              <a:t>Generalize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074920"/>
            <a:ext cx="7680960" cy="105156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same pipeline on a NON-geospatial repo (Glow: genomics on Spark, zero harness work) — the cross-domain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881360" cy="457200"/>
          </a:xfrm>
          <a:prstGeom prst="rect">
            <a:avLst/>
          </a:prstGeom>
          <a:noFill/>
        </p:spPr>
        <p:txBody>
          <a:bodyPr wrap="square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Caveats tracked in decision_log.json: author-model confound in codex condition · partial runs marked * · repeat variance ±2pp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