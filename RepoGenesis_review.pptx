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Pass@1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E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Copilot</c:v>
                  </c:pt>
                  <c:pt idx="1">
                    <c:v>Cursor</c:v>
                  </c:pt>
                  <c:pt idx="2">
                    <c:v>Qwen-Agent</c:v>
                  </c:pt>
                  <c:pt idx="3">
                    <c:v>MS-Agent</c:v>
                  </c:pt>
                  <c:pt idx="4">
                    <c:v>MetaGPT</c:v>
                  </c:pt>
                  <c:pt idx="5">
                    <c:v>DeepCode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23.67</c:v>
                </c:pt>
                <c:pt idx="1">
                  <c:v>22.15</c:v>
                </c:pt>
                <c:pt idx="2">
                  <c:v>12.65</c:v>
                </c:pt>
                <c:pt idx="3">
                  <c:v>9.5</c:v>
                </c:pt>
                <c:pt idx="4">
                  <c:v>2.85</c:v>
                </c:pt>
                <c:pt idx="5">
                  <c:v>1.95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E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3108960" cy="310896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REVIEW  ·  RELATED WORK FOR GRAIL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RepoGenesis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End-to-End Microservice Generation from README to Repository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 et al., SJTU / Microsoft / ZJU  ·  arXiv 2601.13943v3 (Apr 2026)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strong framing and a genuinely useful insight, undercut by a dataset inconsistency and a heavily synthetic QA loop.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is, and the headline result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README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(service spec, API endpoints, I/O schemas, auth, error handling), the agent generates a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deployable repo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source, config, Dockerfile, start.sh.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repos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(60 Python / 46 Java) · 18 domains · 11 frameworks · 1,258 API endpoints · 2,335 tests.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Pass@1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(functional correctness) ·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(API coverage) ·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(deployment success). 4 open agents + 3 commercial IDEs, 5 runs each.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4864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Pass@1 by system (Python)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355080" y="1645920"/>
          <a:ext cx="5257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217920" y="457200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0F1E2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4754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AC–DSR gap.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write broad API skeletons (AC up to 74%) that fail to deploy (most open agents &lt; 20% DSR). Synthesis breadth ≠ infrastructure precision — the paper's most useful takeaway.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RepoGenesis (arXiv 2601.13943v3) — review for GRAIL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it wouldn't survive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2588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12801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numbers don't reconcile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57400" y="1645920"/>
            <a:ext cx="9464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§3.1: real-world collection filtered 28 → 9 deployable repos (9 + 97 expert = 106). But §3.5 says Train alone has 44 real-world, and §2.1 says test has 6 → 50 real-world total. Impossible if only 9 passed the filter.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112471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67004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B7791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7004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62432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synthetic, near-circular QA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57400" y="2990088"/>
            <a:ext cx="9464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97/106 repos have LLM-authored READMEs; tests generated by Gemini 3 Pro and judged by an LLM committee. Inter-annotator α started at 0.032 (~zero), tuned to 0.69. Not stated that all 2,335 tests pass a working reference impl.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31336"/>
            <a:ext cx="112471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14216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B7791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1421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968496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"GenesisAgent-8B ≈ GPT-5 mini" oversells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57400" y="4334256"/>
            <a:ext cx="9464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Pass@1 4.38% vs 4.46%, Java 1.69% vs 1.71% — both fail at the noise floor. Plus contamination risk: fine-tuned on Train, tested on Verified, same authors and same Gemini test-gen pipeline.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175504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5358384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5A6B7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5838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5312664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"Human-in-the-loop" is a thin slice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57400" y="5678424"/>
            <a:ext cx="9464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Chair adjudicates only the 30 Verified repos. Train discards ~23% of tests on LLM conflict with no human — fine to exclude, but the framing implies broader oversight.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RepoGenesis (arXiv 2601.13943v3) — review for GRAIL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it maps to GRAIL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4864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RepoGenesis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as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Measures whether an agent can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working repo from a spec. The repo is the thing produced.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7920" y="1143000"/>
            <a:ext cx="5486400" cy="2514600"/>
          </a:xfrm>
          <a:prstGeom prst="roundRect">
            <a:avLst>
              <a:gd name="adj" fmla="val 3636"/>
            </a:avLst>
          </a:prstGeom>
          <a:solidFill>
            <a:srgbClr val="0F1E2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as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Makes an existing repo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LLM-ready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aliases, augmented error logs, LLM-authored docs — so agents succeed on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124712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00507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 clean foil to cite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failure taxonomy is your target list.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Missing/malformed start.sh, framework-version drift (deprecated Javalin API syntax), cross-file inconsistency — these are exactly what aliases + augmented error logs are meant to fix.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2120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AC–DSR gap motivates GRAIL.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agents can describe but not deploy — GRAIL intervenes on the repo to close that gap. Cite alongside NL2Repo-Bench and RPG as the "generate-from-scratch" line GRAIL departs from.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RepoGenesis (arXiv 2601.13943v3) — review for GRAIL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other lineage GRAIL builds 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RepoGenesis is the benchmark line. These four are the agent-capability line — each maps to a GRAIL mechanism.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36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Voyager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" y="1938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al., 2023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240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embodied agent that grows a library of reusable executable skills from environment feedback.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3108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functions as a reusable, growing skill library.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1536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Skills on the Fly (SkillTTA)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73952" y="1938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arXiv 2605.16986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73952" y="2240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task-specific textual skills at test time from retrieved trajectories; solver stays fixed.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73952" y="3108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skill/alias synthesis for the pick-5 puzzle pipeline.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39593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Reflexion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3232" y="43616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al., 2023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46634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reinforcement — reflects on failure feedback in language, stores it in memory, retries better.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" y="5532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error logs the agent learns from.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39593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Memory for Autonomous LLM Agents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73952" y="43616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Du, 2026 · survey · 2603.07670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73952" y="46634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Write–manage–read memory loop; taxonomy incl. reflective self-improvement.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73952" y="5532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for state/context across the NL→Spark pipeline.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RepoGenesis (arXiv 2601.13943v3) — review for GRAIL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023360" cy="402336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Bottom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16283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0876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794760" y="1618488"/>
            <a:ext cx="7452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AC–DSR gap and the failure taxonomy — well-evidenced and directly useful for GRAIL's motivation.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16283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9748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C0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Discount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94760" y="2807208"/>
            <a:ext cx="7452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GenesisAgent-8B "parity" claim and any absolute Pass@1 comparisons — near the noise floor and same-distribution.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16283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88620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C0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Verify before citing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94760" y="3995928"/>
            <a:ext cx="7452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106-repo composition — the real-world vs expert-supervised counts contradict each other in the text.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507492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16283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07492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FE0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Position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94760" y="5184648"/>
            <a:ext cx="7452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strongest "codebase-as-output" foil; GRAIL is "codebase-as-intervention." Same problem, opposite lever.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draft the citation + a related-work paragraph slotting RepoGenesis into relatedwork.tex.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RepoGenesis — Review</dc:title>
  <dc:subject>PptxGenJS Presentation</dc:subject>
  <dc:creator>Zoe</dc:creator>
  <cp:lastModifiedBy>Zoe</cp:lastModifiedBy>
  <cp:revision>1</cp:revision>
  <dcterms:created xsi:type="dcterms:W3CDTF">2026-07-01T04:09:33Z</dcterms:created>
  <dcterms:modified xsi:type="dcterms:W3CDTF">2026-07-01T04:09:33Z</dcterms:modified>
</cp:coreProperties>
</file>