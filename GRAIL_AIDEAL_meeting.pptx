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the news this meeting is that the full loop actually executes. Everything else supports that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slide. Emphasize PASS on real spark-submit and that no Scala was hand-written.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estimate of the split: generation/comprehension is LLM-latency bound; --execute is JVM/Spark-startup bound. Correct the ~20-30 min if your measured runs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840480" cy="384048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3108960" cy="310896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MEETING UPDATE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GRAIL + AIDEAL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codebase LLM-ready — and measuring 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last time: it runs end-to-end — </a:t>
            </a:r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doc-only code compiles and spark-submits on RDPro.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3840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Zhuocheng (Zoe) Shang   ·   UC Riverside   · 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 end-to-end — from the doc, no hand-written Scala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0020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" y="1563624"/>
            <a:ext cx="463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runs from the doc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33856" y="1874520"/>
            <a:ext cx="4632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mapPixels compiled + spark-submitted from the AIDEAL readme alone -&gt; PASS. Doc-only code actually runs.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78728" y="1417320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3320" y="160020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4332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63944" y="1563624"/>
            <a:ext cx="463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Self-repairing fix loop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63944" y="1874520"/>
            <a:ext cx="4632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3-round loop: each retry sees the prior error + fix from error_log. `aideal augment` folds learnings back into the readme.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52344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935224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3856" y="2898648"/>
            <a:ext cx="463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agent: text / Python -&gt; Scala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3856" y="3209544"/>
            <a:ext cx="4632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agent turns NL or a Python script into runnable RDPro Scala, grounded on readme + aliases + fix guide.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8728" y="2752344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3320" y="2935224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332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63944" y="2898648"/>
            <a:ext cx="463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execution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63944" y="3209544"/>
            <a:ext cx="4632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auto-discovered; loaders + I/O hints AI-generated from the readme; Spark command from the adapter.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87368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270248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33856" y="4233672"/>
            <a:ext cx="463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Single-API testing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33856" y="4544568"/>
            <a:ext cx="4632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--api &lt;name&gt; --execute isolates one API, separating harness failures from doc failures.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8728" y="4087368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3320" y="4270248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443320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63944" y="4233672"/>
            <a:ext cx="463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Harness-vs-doc insight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63944" y="4544568"/>
            <a:ext cx="4632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“failures” were an import collision + a writer API, not the doc. The readme taught the model correct code.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codebase itself is the unit of intervention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fail on real codebases not because the model is weak, but because the codebase isn’t legible to an LLM — cryptic names, thin docs, terse errors, no usage examples.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54298" cy="1600200"/>
          </a:xfrm>
          <a:prstGeom prst="roundRect">
            <a:avLst>
              <a:gd name="adj" fmla="val 3429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31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395728"/>
            <a:ext cx="2357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299923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“LLM-readiness” as a measurable property of a codebase, not of the model.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2103120"/>
            <a:ext cx="3454298" cy="1600200"/>
          </a:xfrm>
          <a:prstGeom prst="roundRect">
            <a:avLst>
              <a:gd name="adj" fmla="val 3429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4730" y="2331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62473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83098" y="2395728"/>
            <a:ext cx="2357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24730" y="299923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LLM-ready asset at a time: docs, aliases, augmented errors, usage examples.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8757" y="2103120"/>
            <a:ext cx="3454298" cy="1600200"/>
          </a:xfrm>
          <a:prstGeom prst="roundRect">
            <a:avLst>
              <a:gd name="adj" fmla="val 3429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44789" y="2331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444789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03157" y="2395728"/>
            <a:ext cx="2357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back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44789" y="299923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mistake is logged, distilled, and folded back into the codebase.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094415" cy="2011680"/>
          </a:xfrm>
          <a:prstGeom prst="roundRect">
            <a:avLst>
              <a:gd name="adj" fmla="val 2727"/>
            </a:avLst>
          </a:prstGeom>
          <a:solidFill>
            <a:srgbClr val="0F2A3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24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TWO-PART ARTIFACT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572000"/>
            <a:ext cx="490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AIDEAL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method — a codebase-agnostic harness that tests and improves LLM-readiness. Knows nothing about geospatial.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78728" y="4572000"/>
            <a:ext cx="50442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GRAIL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experimental program — quantifies each step’s effect and demonstrates it on real libraries.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AIDEAL —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 are “good” only if a model with nothing but the doc can use the API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55768" cy="1691640"/>
          </a:xfrm>
          <a:prstGeom prst="roundRect">
            <a:avLst>
              <a:gd name="adj" fmla="val 3243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916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7556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 model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395728"/>
            <a:ext cx="494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docs and grades comprehension. Generates one structured entry per intended API from grounded facts + real test examples.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8728" y="1463040"/>
            <a:ext cx="5455768" cy="1691640"/>
          </a:xfrm>
          <a:prstGeom prst="roundRect">
            <a:avLst>
              <a:gd name="adj" fmla="val 3243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4760" y="16916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347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38848" y="17556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 model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4760" y="2395728"/>
            <a:ext cx="494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the docs only and tries to write working code. If it can’t, the doc — not the model — failed the test.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BECOME ASSETS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2396414" cy="1097280"/>
          </a:xfrm>
          <a:prstGeom prst="roundRect">
            <a:avLst>
              <a:gd name="adj" fmla="val 5000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931920"/>
            <a:ext cx="21769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error_log.jsonl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failures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63342" y="393192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447974" y="3931920"/>
            <a:ext cx="2396414" cy="1097280"/>
          </a:xfrm>
          <a:prstGeom prst="roundRect">
            <a:avLst>
              <a:gd name="adj" fmla="val 5000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57702" y="3931920"/>
            <a:ext cx="21769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notes_to_self.md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62676" y="393192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347308" y="3931920"/>
            <a:ext cx="2396414" cy="1097280"/>
          </a:xfrm>
          <a:prstGeom prst="roundRect">
            <a:avLst>
              <a:gd name="adj" fmla="val 5000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7036" y="3931920"/>
            <a:ext cx="21769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62009" y="393192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246641" y="3931920"/>
            <a:ext cx="2396414" cy="1097280"/>
          </a:xfrm>
          <a:prstGeom prst="roundRect">
            <a:avLst>
              <a:gd name="adj" fmla="val 5000"/>
            </a:avLst>
          </a:prstGeom>
          <a:solidFill>
            <a:srgbClr val="E8F5F1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56369" y="3931920"/>
            <a:ext cx="21769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aliases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errors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212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persist into the codebase (Voyager · Reflexion lineage) — any future agent benefits, not just this run.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YAML config; static analysis → LLM judging → execution ground truth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7864" cy="1051560"/>
          </a:xfrm>
          <a:prstGeom prst="roundRect">
            <a:avLst>
              <a:gd name="adj" fmla="val 5217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60934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2144" y="1591056"/>
            <a:ext cx="183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/ profile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4944" y="1993392"/>
            <a:ext cx="227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persona, domain, users (static)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90824" y="1463040"/>
            <a:ext cx="2567864" cy="1051560"/>
          </a:xfrm>
          <a:prstGeom prst="roundRect">
            <a:avLst>
              <a:gd name="adj" fmla="val 5217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7128" y="160934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537128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94328" y="1591056"/>
            <a:ext cx="183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api-surface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37128" y="1993392"/>
            <a:ext cx="227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public defs → intent_score → 41 intended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3008" y="1463040"/>
            <a:ext cx="2567864" cy="1051560"/>
          </a:xfrm>
          <a:prstGeom prst="roundRect">
            <a:avLst>
              <a:gd name="adj" fmla="val 5217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79312" y="160934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379312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36512" y="1591056"/>
            <a:ext cx="183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api-tests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79312" y="1993392"/>
            <a:ext cx="227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real test() usage as grounding (48/113)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75191" y="1463040"/>
            <a:ext cx="2567864" cy="1051560"/>
          </a:xfrm>
          <a:prstGeom prst="roundRect">
            <a:avLst>
              <a:gd name="adj" fmla="val 5217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21495" y="160934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221495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78695" y="1591056"/>
            <a:ext cx="183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--generate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21495" y="1993392"/>
            <a:ext cx="227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writes one entry per intended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743200"/>
            <a:ext cx="2567864" cy="1051560"/>
          </a:xfrm>
          <a:prstGeom prst="roundRect">
            <a:avLst>
              <a:gd name="adj" fmla="val 5217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" y="288950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52144" y="2871216"/>
            <a:ext cx="183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+ organize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94944" y="3273552"/>
            <a:ext cx="227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label; rank robust-first, mark primary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90824" y="2743200"/>
            <a:ext cx="2567864" cy="1051560"/>
          </a:xfrm>
          <a:prstGeom prst="roundRect">
            <a:avLst>
              <a:gd name="adj" fmla="val 5217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37128" y="288950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3537128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94328" y="2871216"/>
            <a:ext cx="183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/ completeness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37128" y="3273552"/>
            <a:ext cx="227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doc checks: sections + coverage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33008" y="2743200"/>
            <a:ext cx="2567864" cy="1051560"/>
          </a:xfrm>
          <a:prstGeom prst="roundRect">
            <a:avLst>
              <a:gd name="adj" fmla="val 5217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79312" y="288950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6379312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36512" y="2871216"/>
            <a:ext cx="183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--execute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79312" y="3273552"/>
            <a:ext cx="227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scalac → jar → spark-submit: does it run?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75191" y="2743200"/>
            <a:ext cx="2567864" cy="1051560"/>
          </a:xfrm>
          <a:prstGeom prst="roundRect">
            <a:avLst>
              <a:gd name="adj" fmla="val 5217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21495" y="288950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9221495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78695" y="2871216"/>
            <a:ext cx="183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/ puzzle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221495" y="3273552"/>
            <a:ext cx="227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fixes into doc; pick-k pipeline puzzle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4297680"/>
            <a:ext cx="11094415" cy="1417320"/>
          </a:xfrm>
          <a:prstGeom prst="roundRect">
            <a:avLst>
              <a:gd name="adj" fmla="val 3871"/>
            </a:avLst>
          </a:prstGeom>
          <a:solidFill>
            <a:srgbClr val="0F2A3F"/>
          </a:solidFill>
          <a:ln/>
        </p:spPr>
      </p:sp>
      <p:sp>
        <p:nvSpPr>
          <p:cNvPr id="45" name="Text 43"/>
          <p:cNvSpPr/>
          <p:nvPr/>
        </p:nvSpPr>
        <p:spPr>
          <a:xfrm>
            <a:off x="868680" y="44622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SELF-IMPROVING LOOP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68680" y="48463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639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" y="4846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--execute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2807208" y="4846320"/>
            <a:ext cx="420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3246120" y="48463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639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46120" y="4846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184648" y="4846320"/>
            <a:ext cx="420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5623560" y="48463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639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23560" y="4846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--generate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562088" y="4846320"/>
            <a:ext cx="420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55" name="Shape 53"/>
          <p:cNvSpPr/>
          <p:nvPr/>
        </p:nvSpPr>
        <p:spPr>
          <a:xfrm>
            <a:off x="8001000" y="48463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639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01000" y="4846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--execute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868680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 makes the doc — and the next generation — better, with no hand-written Scala.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RDPro / Beast — a real Spark-Scala geospatial library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natural language or Python into a Spark-Scala pipeline, with a compile/run repair loop that auto-logs every failure.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499284" cy="1371600"/>
          </a:xfrm>
          <a:prstGeom prst="roundRect">
            <a:avLst>
              <a:gd name="adj" fmla="val 4000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157984"/>
            <a:ext cx="20420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04672" y="2724912"/>
            <a:ext cx="2042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public names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98094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surface (242 def sites)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3684" y="2011680"/>
            <a:ext cx="2499284" cy="1371600"/>
          </a:xfrm>
          <a:prstGeom prst="roundRect">
            <a:avLst>
              <a:gd name="adj" fmla="val 4000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69716" y="2157984"/>
            <a:ext cx="20420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69716" y="2724912"/>
            <a:ext cx="2042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69716" y="298094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intent_score filter (&gt;= 5)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78728" y="2011680"/>
            <a:ext cx="2499284" cy="1371600"/>
          </a:xfrm>
          <a:prstGeom prst="roundRect">
            <a:avLst>
              <a:gd name="adj" fmla="val 4000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4760" y="2157984"/>
            <a:ext cx="20420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534760" y="2724912"/>
            <a:ext cx="2042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test examples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4760" y="298094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compiling usage mined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3771" y="2011680"/>
            <a:ext cx="2499284" cy="1371600"/>
          </a:xfrm>
          <a:prstGeom prst="roundRect">
            <a:avLst>
              <a:gd name="adj" fmla="val 4000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99803" y="2157984"/>
            <a:ext cx="20420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399803" y="2724912"/>
            <a:ext cx="2042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conditions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99803" y="298094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/ C1 / C2, same seed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11094415" cy="1965960"/>
          </a:xfrm>
          <a:prstGeom prst="roundRect">
            <a:avLst>
              <a:gd name="adj" fmla="val 2791"/>
            </a:avLst>
          </a:prstGeom>
          <a:solidFill>
            <a:srgbClr val="F0F6F8"/>
          </a:solidFill>
          <a:ln w="12700">
            <a:solidFill>
              <a:srgbClr val="CFE6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86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intended-API filter matters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" y="4297680"/>
            <a:ext cx="104543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113 sweeps in noise (hasNext, compareTo, close…). intent_score scores each symbol from reproducible evidence — documented, tested, doc-mentioned, visibility — with structural penalties, and emits per-symbol reasons. It sets the denominator for coverage and the target set for execution, so it’s part of the experimental design, not an implementation detail.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Curating the doc so the agent picks robust APIs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0020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" y="1563624"/>
            <a:ext cx="463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grounding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33856" y="1874520"/>
            <a:ext cx="4632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auto-labeled grounded (169) / sibling (66) / guessed (39). Grounded = trust; guessed = verify by execution.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78728" y="1417320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3320" y="160020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4332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63944" y="1563624"/>
            <a:ext cx="463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 grounding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63944" y="1874520"/>
            <a:ext cx="4632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test? Borrow the tested sibling’s call pattern (same class). Recovered 66 entries from guessed -&gt; sibling.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52344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935224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3856" y="2898648"/>
            <a:ext cx="463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-&gt; primary per group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3856" y="3209544"/>
            <a:ext cx="4632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categories ranked robust-first, each marking a tested primary. Agent reaches for raptorJoinIDFull, not raptorJoinFeature.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8728" y="2752344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3320" y="2935224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332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63944" y="2898648"/>
            <a:ext cx="463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Augment-from-log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63944" y="3209544"/>
            <a:ext cx="4632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real failures/fixes from the error log into each entry’s Common Failure Modes and Fix Code Hint.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87368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270248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33856" y="4233672"/>
            <a:ext cx="463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story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33856" y="4544568"/>
            <a:ext cx="4632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correctness tracks test grounding: grounded entries pass; guessed + failed = confirmed hallucinated docs to fix.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8728" y="4087368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3320" y="4270248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443320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63944" y="4233672"/>
            <a:ext cx="463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as memory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63944" y="4544568"/>
            <a:ext cx="4632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persist into docs / aliases / notes — any future agent benefits, fully auto-derived.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signals, three conditions — same seed, same sampled APIs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54298" cy="2148840"/>
          </a:xfrm>
          <a:prstGeom prst="roundRect">
            <a:avLst>
              <a:gd name="adj" fmla="val 2553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91640"/>
            <a:ext cx="2468880" cy="384048"/>
          </a:xfrm>
          <a:prstGeom prst="roundRect">
            <a:avLst>
              <a:gd name="adj" fmla="val 9524"/>
            </a:avLst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2942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4672" y="2724912"/>
            <a:ext cx="2942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intended API documented to standard? (completeness + form)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8698" y="1463040"/>
            <a:ext cx="3454298" cy="2148840"/>
          </a:xfrm>
          <a:prstGeom prst="roundRect">
            <a:avLst>
              <a:gd name="adj" fmla="val 2553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4730" y="1691640"/>
            <a:ext cx="2468880" cy="384048"/>
          </a:xfrm>
          <a:prstGeom prst="roundRect">
            <a:avLst>
              <a:gd name="adj" fmla="val 9524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62473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LLM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24730" y="2212848"/>
            <a:ext cx="2942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 consistency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24730" y="2724912"/>
            <a:ext cx="2942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doc internally usable? Audience writes code, author grades — no compile.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8757" y="1463040"/>
            <a:ext cx="3454298" cy="2148840"/>
          </a:xfrm>
          <a:prstGeom prst="roundRect">
            <a:avLst>
              <a:gd name="adj" fmla="val 2553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4789" y="1691640"/>
            <a:ext cx="2468880" cy="384048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444789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+ SPARK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44789" y="2212848"/>
            <a:ext cx="2942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truth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44789" y="2724912"/>
            <a:ext cx="2942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doc-derived code actually compile and run? The real evidence.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11094415" cy="1783080"/>
          </a:xfrm>
          <a:prstGeom prst="roundRect">
            <a:avLst>
              <a:gd name="adj" fmla="val 3077"/>
            </a:avLst>
          </a:prstGeom>
          <a:solidFill>
            <a:srgbClr val="0F2A3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069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 (identical sampled functions)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526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README + docs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80560" y="4526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AIDEAL-generated LLM_readme.md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under test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92440" y="4526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Hand-curated combined docs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ceiling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problem, opposite lever — plus the agent-capability lineage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55768" cy="1965960"/>
          </a:xfrm>
          <a:prstGeom prst="roundRect">
            <a:avLst>
              <a:gd name="adj" fmla="val 2791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RepoGenesis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as OUTPUT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whether an agent can generate a working repo from a spec. Its failure taxonomy (missing start.sh, version drift, cross-file inconsistency) is our target list.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55768" cy="1965960"/>
          </a:xfrm>
          <a:prstGeom prst="roundRect">
            <a:avLst>
              <a:gd name="adj" fmla="val 2791"/>
            </a:avLst>
          </a:prstGeom>
          <a:solidFill>
            <a:srgbClr val="E8F5F1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002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GRAIL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53048" y="1993392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as INTERVENTION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53048" y="2377440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an existing repo LLM-ready — aliases, augmented error logs, LLM-authored docs — so agents succeed on it. Closes the AC–DSR gap: agents describe but can’t deploy.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AGENT-CAPABILITY LINEAGE  —  each maps to a GRAIL mechanism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2567864" cy="1600200"/>
          </a:xfrm>
          <a:prstGeom prst="roundRect">
            <a:avLst>
              <a:gd name="adj" fmla="val 3429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114800"/>
            <a:ext cx="223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Voyager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" y="4498848"/>
            <a:ext cx="223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skill library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3232" y="5120640"/>
            <a:ext cx="223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alias functions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90824" y="3977640"/>
            <a:ext cx="2567864" cy="1600200"/>
          </a:xfrm>
          <a:prstGeom prst="roundRect">
            <a:avLst>
              <a:gd name="adj" fmla="val 3429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55416" y="4114800"/>
            <a:ext cx="223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SkillTTA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55416" y="4498848"/>
            <a:ext cx="223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skill synthesis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55416" y="5120640"/>
            <a:ext cx="223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on-demand aliases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33008" y="3977640"/>
            <a:ext cx="2567864" cy="1600200"/>
          </a:xfrm>
          <a:prstGeom prst="roundRect">
            <a:avLst>
              <a:gd name="adj" fmla="val 3429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7600" y="4114800"/>
            <a:ext cx="223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97600" y="4498848"/>
            <a:ext cx="223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self-correction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97600" y="5120640"/>
            <a:ext cx="223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augmented error logs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75191" y="3977640"/>
            <a:ext cx="2567864" cy="1600200"/>
          </a:xfrm>
          <a:prstGeom prst="roundRect">
            <a:avLst>
              <a:gd name="adj" fmla="val 3429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9783" y="4114800"/>
            <a:ext cx="223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survey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39783" y="4498848"/>
            <a:ext cx="223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write–manage–read loop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39783" y="5120640"/>
            <a:ext cx="223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pipeline state/context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Quantifying the doc — and the code derived from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804672"/>
          </a:xfrm>
          <a:prstGeom prst="roundRect">
            <a:avLst>
              <a:gd name="adj" fmla="val 5682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8249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 conditions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23360" y="1517904"/>
            <a:ext cx="73453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C− / C_sig / C0 (orig) / C1 (AIDEAL) / C2 (curated) + a RAG-retrieval baseline — same APIs, seed, audience model.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094415" cy="804672"/>
          </a:xfrm>
          <a:prstGeom prst="roundRect">
            <a:avLst>
              <a:gd name="adj" fmla="val 5682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59689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43230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Metrics, tiered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23360" y="2432304"/>
            <a:ext cx="73453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 compile-rate + pass@k (scalac → spark-submit). Doc-grounded: comprehension pass-rate. Static: coverage + form.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11094415" cy="804672"/>
          </a:xfrm>
          <a:prstGeom prst="roundRect">
            <a:avLst>
              <a:gd name="adj" fmla="val 5682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51129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34670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taxonomy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023360" y="3346704"/>
            <a:ext cx="73453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every failure in error_log.jsonl (wrong API / hallucinated param / import / runtime) — track the shift across conditions.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11094415" cy="804672"/>
          </a:xfrm>
          <a:prstGeom prst="roundRect">
            <a:avLst>
              <a:gd name="adj" fmla="val 5682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42569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26110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Ablate &amp; generalize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023360" y="4261104"/>
            <a:ext cx="73453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Ablate C1 (− LLM-intent, − test grounding, − distill) to attribute the gain; rerun the lift on Apache Sedona.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11094415" cy="804672"/>
          </a:xfrm>
          <a:prstGeom prst="roundRect">
            <a:avLst>
              <a:gd name="adj" fmla="val 5682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534009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517550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vs prior work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023360" y="5175504"/>
            <a:ext cx="73453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AutoAPIEval, CoderEval, DS-1000; vs inference-time retrieval (APICoder / EVOR) — the codebase is the intervention.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BOTTLENECK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Throughput: per-API LLM calls + per-API Spark startup, run serially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200400" cy="2148840"/>
          </a:xfrm>
          <a:prstGeom prst="roundRect">
            <a:avLst>
              <a:gd name="adj" fmla="val 2553"/>
            </a:avLst>
          </a:prstGeom>
          <a:solidFill>
            <a:srgbClr val="FBF3E7"/>
          </a:solidFill>
          <a:ln w="15240">
            <a:solidFill>
              <a:srgbClr val="D98A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~20–30 min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full execute sweep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intended APIs · one doc condition · everything sequential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0" y="1463040"/>
            <a:ext cx="3581248" cy="2148840"/>
          </a:xfrm>
          <a:prstGeom prst="roundRect">
            <a:avLst>
              <a:gd name="adj" fmla="val 2553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70832" y="1691640"/>
            <a:ext cx="306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LLM-call bound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70832" y="2194560"/>
            <a:ext cx="3069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+ comprehension make one call per API — 41 APIs × up to 3 fix rounds, issued sequentially, not batched. Per-call latency dominates.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61808" y="1463040"/>
            <a:ext cx="3581248" cy="2148840"/>
          </a:xfrm>
          <a:prstGeom prst="roundRect">
            <a:avLst>
              <a:gd name="adj" fmla="val 2553"/>
            </a:avLst>
          </a:prstGeom>
          <a:solidFill>
            <a:srgbClr val="F7FAFB"/>
          </a:solidFill>
          <a:ln w="12700">
            <a:solidFill>
              <a:srgbClr val="D9E4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7840" y="1691640"/>
            <a:ext cx="306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JVM / Spark-startup bound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17840" y="2194560"/>
            <a:ext cx="3069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--execute spins up a fresh scalac + spark-submit per API. JVM + Spark session boot (~10–30s each) is the real wall-clock cost of the sweep.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94415" cy="1783080"/>
          </a:xfrm>
          <a:prstGeom prst="roundRect">
            <a:avLst>
              <a:gd name="adj" fmla="val 3077"/>
            </a:avLst>
          </a:prstGeom>
          <a:solidFill>
            <a:srgbClr val="0F2A3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69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decouple throughput from the API count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5262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the LLM calls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APIs per request instead of one call each.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45262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independent generation/grading calls concurrently.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45262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 warm Spark session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spark-submit for the batch, not per API.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0" y="45262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aggressively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 already cached; extend to compiled frames.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822960"/>
          </a:xfrm>
          <a:prstGeom prst="roundRect">
            <a:avLst>
              <a:gd name="adj" fmla="val 5556"/>
            </a:avLst>
          </a:prstGeom>
          <a:solidFill>
            <a:srgbClr val="1639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11680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83794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execute sweep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80560" y="1837944"/>
            <a:ext cx="68881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C0 / C1 / C2 on the 41 intended APIs — the headline pass-rate vs. doc-condition result.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11094415" cy="822960"/>
          </a:xfrm>
          <a:prstGeom prst="roundRect">
            <a:avLst>
              <a:gd name="adj" fmla="val 5556"/>
            </a:avLst>
          </a:prstGeom>
          <a:solidFill>
            <a:srgbClr val="1639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944368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77063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Step-effectiveness curve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480560" y="2770632"/>
            <a:ext cx="68881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testbed: add one LLM-ready asset per stage, measure the readiness delta of each.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648456"/>
            <a:ext cx="11094415" cy="822960"/>
          </a:xfrm>
          <a:prstGeom prst="roundRect">
            <a:avLst>
              <a:gd name="adj" fmla="val 5556"/>
            </a:avLst>
          </a:prstGeom>
          <a:solidFill>
            <a:srgbClr val="1639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877056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7033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Augment-from-log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480560" y="3703320"/>
            <a:ext cx="68881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observed fixes back into each doc entry’s Common Failure Modes / Fix Code Hint.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81144"/>
            <a:ext cx="11094415" cy="822960"/>
          </a:xfrm>
          <a:prstGeom prst="roundRect">
            <a:avLst>
              <a:gd name="adj" fmla="val 5556"/>
            </a:avLst>
          </a:prstGeom>
          <a:solidFill>
            <a:srgbClr val="1639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809744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63600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Generalizability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480560" y="4636008"/>
            <a:ext cx="68881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pipeline to Apache Sedona (clone + init) to show it transfers across codebases.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513832"/>
            <a:ext cx="11094415" cy="822960"/>
          </a:xfrm>
          <a:prstGeom prst="roundRect">
            <a:avLst>
              <a:gd name="adj" fmla="val 5556"/>
            </a:avLst>
          </a:prstGeom>
          <a:solidFill>
            <a:srgbClr val="1639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5742432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5742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56869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VLDB demo paper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480560" y="5568696"/>
            <a:ext cx="68881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up the method, signals, and RDPro results; figures + demo apparatus.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GRAIL + AIDEAL — Meeting Update</dc:title>
  <dc:subject>PptxGenJS Presentation</dc:subject>
  <dc:creator>Zhuocheng (Zoe) Shang</dc:creator>
  <cp:lastModifiedBy>Zhuocheng (Zoe) Shang</cp:lastModifiedBy>
  <cp:revision>1</cp:revision>
  <dcterms:created xsi:type="dcterms:W3CDTF">2026-07-01T05:02:20Z</dcterms:created>
  <dcterms:modified xsi:type="dcterms:W3CDTF">2026-07-01T05:02:20Z</dcterms:modified>
</cp:coreProperties>
</file>