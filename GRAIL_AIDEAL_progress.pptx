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16"/>
    <p:sldId id="266" r:id="rId17"/>
    <p:sldId id="267" r:id="rId18"/>
    <p:sldId id="268" r:id="rId19"/>
    <p:sldId id="264" r:id="rId15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1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669280" cy="566928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108960"/>
            <a:ext cx="4114800" cy="4114800"/>
          </a:xfrm>
          <a:prstGeom prst="ellipse">
            <a:avLst/>
          </a:prstGeom>
          <a:solidFill>
            <a:srgbClr val="00A896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PROGRESS UPDATE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GRAIL + AIDEAL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49808" y="2926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and improving how LLM-ready a codebase is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9808" y="3657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Case study: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/ Python → Spark-Scala pipeline on RDPro (Beast)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Zhuocheng (Zoe) Shang   ·   UC Riverside   ·   June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codebase itself is the unit of intervention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Agents fail on real codebases not because the model is weak, but because the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isn't legible to an LLM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cryptic names, thin docs, terse errors, no usage examples.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6400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93522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807208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Diagnose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“LLM-readiness” as a measurable property of a codebase, not a model property.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721608"/>
            <a:ext cx="6400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95935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831336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Improve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LLM-ready asset at a time: docs, aliases, augmented errors, usage examples.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745736"/>
            <a:ext cx="6400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98348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4855464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Feed back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mistake is logged, distilled, and folded back into the codebase.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315200" y="1508760"/>
            <a:ext cx="4297680" cy="4206240"/>
          </a:xfrm>
          <a:prstGeom prst="roundRect">
            <a:avLst>
              <a:gd name="adj" fmla="val 1739"/>
            </a:avLst>
          </a:prstGeom>
          <a:solidFill>
            <a:srgbClr val="0F2A3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Two-part artifact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89520" y="2194560"/>
            <a:ext cx="3794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AIDEAL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F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 method — a codebase-agnostic harness that tests and improves LLM-readiness. Knows nothing about geospatial.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GRAIL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F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experimental program — quantifies each step's effect and demonstrates it on real libraries.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AIDEAL — 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 are “good” only if a model with nothing but the doc can use the API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7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938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 model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docs and grades comprehension. Generates one structured entry per intended API from grounded facts + real test examples.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7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202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78040" y="1938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Audience model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92240" y="2606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the docs only and tries to write working code. If it can’t, the doc — not the model — failed the test.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0F2A3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become assets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470916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709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error_log.jsonl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(structured failures)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53512" y="470916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538728" y="470916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3538728" y="4709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notes_to_self.md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(distilled memory)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23560" y="470916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08776" y="470916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208776" y="4709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proposals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93608" y="470916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878824" y="470916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8878824" y="4709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aliases + augmented errors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AIDEAL —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YAML config; static analysis → LLM judging → execution ground truth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013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7830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/ profile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9808" y="2350008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persona, domain, users (static)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0712" y="16002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93592" y="18013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593592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87952" y="17830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api-surface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611880" y="2350008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 public defs → intent_score → 41 intended API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72784" y="16002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55664" y="18013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55664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50024" y="17830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api-tests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73952" y="2350008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real test() usage as grounding (48/113)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34856" y="16002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17736" y="18013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9317736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912096" y="17830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--generate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336024" y="2350008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model writes one entry per intended API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52044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37216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25880" y="37033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+ form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49808" y="4270248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execution frame; format compliance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410712" y="352044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93592" y="37216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3593592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187952" y="37033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3611880" y="4270248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writes code from doc; author grades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72784" y="352044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55664" y="372160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6" name="Text 34"/>
          <p:cNvSpPr/>
          <p:nvPr/>
        </p:nvSpPr>
        <p:spPr>
          <a:xfrm>
            <a:off x="6455664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050024" y="37033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--execute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6473952" y="4270248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scalac → jar → spark-submit: does it actually run?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134856" y="352044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317736" y="37216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1" name="Text 39"/>
          <p:cNvSpPr/>
          <p:nvPr/>
        </p:nvSpPr>
        <p:spPr>
          <a:xfrm>
            <a:off x="9317736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912096" y="37033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curate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9336024" y="4270248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logged; augment folds fixes into the doc; grounding + organize rank APIs so the agent picks robust ones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stages need no API key; LLM stages gated behind a filled project profile.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signals, three conditions — same seed, same sampled APIs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30168" cy="2286000"/>
          </a:xfrm>
          <a:prstGeom prst="roundRect">
            <a:avLst>
              <a:gd name="adj" fmla="val 3200"/>
            </a:avLst>
          </a:prstGeom>
          <a:solidFill>
            <a:srgbClr val="02809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intended API documented to standard? (completeness + form)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25112" y="1645920"/>
            <a:ext cx="3630168" cy="2286000"/>
          </a:xfrm>
          <a:prstGeom prst="roundRect">
            <a:avLst>
              <a:gd name="adj" fmla="val 3200"/>
            </a:avLst>
          </a:prstGeom>
          <a:solidFill>
            <a:srgbClr val="00A89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99432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LLM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99432" y="2194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 consistency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99432" y="28346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doc internally usable? Audience writes code, author grades — no compile.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01584" y="1645920"/>
            <a:ext cx="3630168" cy="2286000"/>
          </a:xfrm>
          <a:prstGeom prst="roundRect">
            <a:avLst>
              <a:gd name="adj" fmla="val 3200"/>
            </a:avLst>
          </a:prstGeom>
          <a:solidFill>
            <a:srgbClr val="0F2A3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75904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+ SPARK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375904" y="2194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truth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75904" y="28346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doc-derived code actually compile and run? The real evidence.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7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(identical sampled functions)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C0 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README + docs</a:t>
            </a:r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— baseline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C1 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AIDEAL-generated LLM_readme.md</a:t>
            </a:r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— the method under test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C2 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Hand-curated combined docs</a:t>
            </a:r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— quality ceiling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RDPro / Beast — a real Spark-Scala geospatial library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Translate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or Python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into a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Spark-Scala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pipeline, with a compile/run repair loop that auto-logs every failure.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48716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113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public names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surface (242 def sites)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64992" y="233172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64992" y="248716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3364992" y="32918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API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64992" y="36118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intent_score filter (≥ 5)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81344" y="233172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81344" y="248716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6181344" y="32918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test examples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81344" y="36118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compiling usage mined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97696" y="233172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97696" y="248716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8997696" y="32918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conditions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97696" y="36118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/ C1 / C2, same seed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2976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0F2A3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4480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intended-API filter matters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48006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C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113 sweeps in noise (hasNext, compareTo, close…). intent_score scores each symbol from reproducible evidence — documented, tested, doc-mentioned, visibility — with structural penalties, and emits per-symbol reasons. It sets the denominator for coverage and the target set for execution, so it’s part of the experimental design, not an implementation detail.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built and working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5623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AIDEAL harness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6712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One-YAML CLI: init → surface → intent → readme → form → comprehension → --execute → puzzle, plus intent-compare.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85623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494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intent_score + LLM signal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9440" y="216712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static scoring plus an optional LLM “commonly-used” signal that works when tests/docs are absent; intent-compare quantifies the delta.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81528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3375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19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2644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ground truth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64845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 --execute compiles + spark-submits doc-derived snippets; PASS only on real run.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081528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33375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319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32644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Error-log feedback loop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49440" y="364845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categorized into error_log.jsonl and fed into the next attempt.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562856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81888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80160" y="47457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README generation working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80160" y="512978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model writes grounded per-API entries from signature + distilled docs + mined tests; distill runs once and is cached.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17920" y="4562856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6520" y="481888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49440" y="47457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Codebase-agnostic prompts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49440" y="512978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Domain/language hardcoding removed from prompts; every rendered prompt dumped to disk for full auditability.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Since the last update — it runs end-to-end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5623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runs from the doc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6712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mapPixels compiled + spark-submitted from the AIDEAL readme alone → PASS. Doc-only code actually runs.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85623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494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Self-repairing fix loop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9440" y="216712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3-round fix loop: each retry sees the prior error + fix from error_log. `aideal augment` then folds the learnings into the readme’s Failure Modes / Fix Hint.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81528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3375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19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2644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agent: text / Python → Scala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64845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agent turns NL or a Python script into runnable RDPro Scala, grounded on the readme + aliases + incremental fix guide.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081528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33375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319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32644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Single-API testing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49440" y="364845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 --api &lt;name&gt; --execute isolates one API and separates harness failures from doc failures.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562856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81888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80160" y="47457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Zero-config execution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80160" y="512978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 auto-discovered (files &amp; folders → typed inputs); loaders + I/O hints AI-generated from the readme (zero hand-written Scala); Spark command from the adapter.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17920" y="4562856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6520" y="481888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49440" y="47457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Harness-vs-doc insight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49440" y="512978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“failures” were an import collision and a writer API — not the doc. The readme taught the model correct code.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Curating the doc so the agent picks robust APIs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5623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3-tier grounding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6712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 auto-labeled grounded (169) / sibling (66) / guessed (39). Grounded = trust; guessed = verify by execution.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85623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494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Sibling grounding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9440" y="216712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test? Borrow the tested sibling’s call pattern (same class). Recovered 66 entries from guessed → sibling, fixing hallucinations at the source.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81528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3375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19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2644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Organize → primary per group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64845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categories, ranked robust-first, each marking a tested primary. The agent reaches for raptorJoinIDFull, not the guessed raptorJoinFeature.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081528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33375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319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32644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Augment-from-log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49440" y="364845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real failures/fixes from the error log into each entry’s Common Failure Modes and Fix Code Hint — the doc improves each pass.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562856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81888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80160" y="47457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story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80160" y="512978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correctness tracks test grounding: grounded entries pass execution; guessed + failed = the confirmed hallucinated docs to fix. Fully auto-derived.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17920" y="4562856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6520" y="481888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49440" y="47457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Codebase as memory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49440" y="512978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 persist into the codebase’s docs / aliases / notes (Voyager · Reflexion lineage) — any future agent benefits, not just this run.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Quantifying the doc &amp; the code from it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10698480" cy="841248"/>
          </a:xfrm>
          <a:prstGeom prst="roundRect">
            <a:avLst>
              <a:gd name="adj" fmla="val 6522"/>
            </a:avLst>
          </a:prstGeom>
          <a:solidFill>
            <a:srgbClr val="16384F"/>
          </a:solidFill>
          <a:ln w="12700">
            <a:solidFill>
              <a:srgbClr val="2750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167128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167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196596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Doc conditions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BF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C− / C_sig / C0 (orig docs) / C1 (AIDEAL) / C2 (curated) + a RAG-retrieval baseline — same APIs, seed, audience model.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916936"/>
            <a:ext cx="10698480" cy="841248"/>
          </a:xfrm>
          <a:prstGeom prst="roundRect">
            <a:avLst>
              <a:gd name="adj" fmla="val 6522"/>
            </a:avLst>
          </a:prstGeom>
          <a:solidFill>
            <a:srgbClr val="16384F"/>
          </a:solidFill>
          <a:ln w="12700">
            <a:solidFill>
              <a:srgbClr val="2750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118104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1181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291693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Metrics, tiered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BF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Execution: compile-rate + pass@k (scalac → spark-submit). Doc-grounded: comprehension pass-rate. Static: coverage + form.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3867912"/>
            <a:ext cx="10698480" cy="841248"/>
          </a:xfrm>
          <a:prstGeom prst="roundRect">
            <a:avLst>
              <a:gd name="adj" fmla="val 6522"/>
            </a:avLst>
          </a:prstGeom>
          <a:solidFill>
            <a:srgbClr val="16384F"/>
          </a:solidFill>
          <a:ln w="12700">
            <a:solidFill>
              <a:srgbClr val="2750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4069080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069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00200" y="386791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Error taxonomy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BF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every failure in error_log.jsonl (wrong API / hallucinated param / import / runtime) — track the shift across conditions.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4818888"/>
            <a:ext cx="10698480" cy="841248"/>
          </a:xfrm>
          <a:prstGeom prst="roundRect">
            <a:avLst>
              <a:gd name="adj" fmla="val 6522"/>
            </a:avLst>
          </a:prstGeom>
          <a:solidFill>
            <a:srgbClr val="16384F"/>
          </a:solidFill>
          <a:ln w="12700">
            <a:solidFill>
              <a:srgbClr val="2750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5020056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0200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00200" y="48188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Ablate &amp; generalize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BF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Ablate C1 (− LLM-intent, − test grounding, − distill) to attribute the gain; rerun the lift on Apache Sedona.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1520" y="5769864"/>
            <a:ext cx="10698480" cy="841248"/>
          </a:xfrm>
          <a:prstGeom prst="roundRect">
            <a:avLst>
              <a:gd name="adj" fmla="val 6522"/>
            </a:avLst>
          </a:prstGeom>
          <a:solidFill>
            <a:srgbClr val="16384F"/>
          </a:solidFill>
          <a:ln w="12700">
            <a:solidFill>
              <a:srgbClr val="2750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5971032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9710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00200" y="5769864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Position vs prior work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BF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AutoAPIEval (compilable/executable), CoderEval (non-standalone), DS-1000; vs inference-time retrieval (APICoder/EVOR) — codebase is the intervention.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10698480" cy="841248"/>
          </a:xfrm>
          <a:prstGeom prst="roundRect">
            <a:avLst>
              <a:gd name="adj" fmla="val 6522"/>
            </a:avLst>
          </a:prstGeom>
          <a:solidFill>
            <a:srgbClr val="16384F"/>
          </a:solidFill>
          <a:ln w="12700">
            <a:solidFill>
              <a:srgbClr val="2750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167128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167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196596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Full execute sweep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BF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C0 / C1 / C2 on the 41 intended APIs — the headline pass-rate vs. doc-condition result.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916936"/>
            <a:ext cx="10698480" cy="841248"/>
          </a:xfrm>
          <a:prstGeom prst="roundRect">
            <a:avLst>
              <a:gd name="adj" fmla="val 6522"/>
            </a:avLst>
          </a:prstGeom>
          <a:solidFill>
            <a:srgbClr val="16384F"/>
          </a:solidFill>
          <a:ln w="12700">
            <a:solidFill>
              <a:srgbClr val="2750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118104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1181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291693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Step-effectiveness curve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BF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testbed: add one LLM-ready asset per stage, measure the readiness delta of each.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3867912"/>
            <a:ext cx="10698480" cy="841248"/>
          </a:xfrm>
          <a:prstGeom prst="roundRect">
            <a:avLst>
              <a:gd name="adj" fmla="val 6522"/>
            </a:avLst>
          </a:prstGeom>
          <a:solidFill>
            <a:srgbClr val="16384F"/>
          </a:solidFill>
          <a:ln w="12700">
            <a:solidFill>
              <a:srgbClr val="2750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4069080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069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00200" y="386791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augment-from-log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BF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observed fixes back into each doc entry’s Common Failure Modes / Fix Code Hint.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4818888"/>
            <a:ext cx="10698480" cy="841248"/>
          </a:xfrm>
          <a:prstGeom prst="roundRect">
            <a:avLst>
              <a:gd name="adj" fmla="val 6522"/>
            </a:avLst>
          </a:prstGeom>
          <a:solidFill>
            <a:srgbClr val="16384F"/>
          </a:solidFill>
          <a:ln w="12700">
            <a:solidFill>
              <a:srgbClr val="2750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5020056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0200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00200" y="48188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Generalizability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BF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same pipeline to Apache Sedona (clone + init) to show it transfers across codebases.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1520" y="5769864"/>
            <a:ext cx="10698480" cy="841248"/>
          </a:xfrm>
          <a:prstGeom prst="roundRect">
            <a:avLst>
              <a:gd name="adj" fmla="val 6522"/>
            </a:avLst>
          </a:prstGeom>
          <a:solidFill>
            <a:srgbClr val="16384F"/>
          </a:solidFill>
          <a:ln w="12700">
            <a:solidFill>
              <a:srgbClr val="2750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5971032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9710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00200" y="5769864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VLDB demo paper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BF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up the method, signals, and RDPro results; figures + demo apparatus.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· JULY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Measurement now reflects the doc, not the harness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5623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Sticky-pass badge fixed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6712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★ ‘verified’ API was failing every recent run — exec status now takes the latest outcome, not the first pass ever.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85623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494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Preamble confound removed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9440" y="216712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inputs pinned at the Scala mixin types (rasterRDD, featuresRDD) — snippets stop reinventing Beast I/O, so the score measures the doc.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81528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3375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19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2644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 split from doc failures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64845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Missing-jar errors (NoClassDefFound; jetty, calcite) classify as infra and drop out of the denominator: pass / (n − infra).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081528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33375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319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32644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Fix-loop speaks Spark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49440" y="364845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retry hints: Wrong FS → path.getFileSystem, ‘output format must be defined’, Task-not-serializable. It self-repairs on retry.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562856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81888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80160" y="47457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Staleness tags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80160" y="512978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examples carry a commit + timestamp, so an example from an old commit is never promoted as the current call pattern.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17920" y="4562856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6520" y="481888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49440" y="47457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Auto-grounding hardened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49440" y="512978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ranked by the return type the API actually consumes — the Scala reader beats the Java wrapper, no per-repo hand-list.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≠ correct — and a class-centric fix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5623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isn’t the ‘guessed’ tier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6712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failing functions (area, addTile, buildIndex) are grounded — they have tests. Thin signature-only docs are not the cause.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85623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494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Receiver-type erasure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9440" y="216712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 says ‘value.area’ with value untyped; area is an instance method on LiteGeometry, so the model called it on IFeature and failed.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81528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3375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19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2644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Receiver now surfaced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64845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snippet-writer is handed each function’s owning type + static/instance, so it calls the method on the right receiver.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081528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33375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319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32644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Class-centric catalogue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49440" y="364845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552K flat readme split into an index + api/&lt;Class&gt;.md — 78 classes, 218 APIs. Scan the map, open one class file.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562856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81888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80160" y="47457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shape as coding agents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80160" y="512978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Map-then-drill like Claude Code / Codex — but a persisted, execution-verified index, made trustworthy by the staleness tags.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17920" y="4562856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3F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6520" y="481888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49440" y="47457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Doubles as a quality audit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49440" y="512978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per-class view exposes hallucinated purposes, plumbing in the surface, and all-guessed classes at a glance.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GRAIL + AIDEAL — Progress Update</dc:title>
  <dc:subject>PptxGenJS Presentation</dc:subject>
  <dc:creator>Zoe (Zhuocheng Shang)</dc:creator>
  <cp:lastModifiedBy>Zoe (Zhuocheng Shang)</cp:lastModifiedBy>
  <cp:revision>1</cp:revision>
  <dcterms:created xsi:type="dcterms:W3CDTF">2026-06-29T21:44:43Z</dcterms:created>
  <dcterms:modified xsi:type="dcterms:W3CDTF">2026-06-29T21:44:43Z</dcterms:modified>
</cp:coreProperties>
</file>